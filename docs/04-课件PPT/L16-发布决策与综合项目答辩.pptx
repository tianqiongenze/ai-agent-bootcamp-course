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发布决策与综合项目答辩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L16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L16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632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402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LF6 测试、性能验证与发布运维（创造）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16 讲（第 16 周，课程收官）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学时（门禁评审会＋费曼答辩）＋企业实训站 2 学时（终验＋retro）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创造（Create）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校内：答辩教室（评委席/计时员/投影＋课程集群远程接入）；企业站：dap-v2 课程分支与生产课程 ns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综合项目终验：跑通发布门禁全绿记录＋发布决策单；完成项目 retro（含 DEFERRED 清单与下学期改进项）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收官费曼：向家人/朋友讲 10 分钟"我这学期参与建设的 Data Agent 是什么、替谁解决了什么苦"，作为课程学习闭环（授课计划本讲列为"—"，此为收官自选）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客户委托单（发布评审委员会）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综合项目冲刺完成，周五需上线。请出具发布决策：readyz 四探针（crdb_write/crdb_read/redis/tools）全绿、单测、9 项冒烟、7 条 E2E 逐项核验；并演练"一项红"时的阻断决策与回滚预案。随后以团队身份向非技术业务评委答辩 10 分钟，诚实展示作品、证据与已知缺陷，完成课程终验。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【应用】执行发布门禁全量检查：readyz 四探针、pytest（覆盖率≥80%）、冒烟 9 项、E2E 7 条、每日备份 CronJob（NFS 20MB 产物）存在性验证。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【评价】在"一项红"情景（如 E2E 第 5 条失败＋产品方施压周五上线）下做出放行/阻断决策，书面陈述依据并给出"修复→重跑→再评审"路径。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【评价】按 HSA 诚实文化审查项目声明：DEFERRED 必须显式声明（原因＋后续步骤），识别"设计应有当实现已有""测试存在当覆盖达标"两类虚报。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【创造】以费曼方式完成综合项目答辩：10 分钟讲给非技术业务评委＋专业对话，达到量表及格线（≥50）。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202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【创造】绘制个人"课程能力→岗位胜任"映射图，锚定下一学期成长方向。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发布门禁的 AND 逻辑：readyz＋单测＋冒烟＋E2E 缺一不可，一红即阻断——门禁是纪律不是仪式。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42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费曼答辩的双受众表达：同一作品对非技术评委（价值与类比）与专业评委（证据与取舍）的两套话术切换。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"一项红"时顶住压力做阻断决策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——学生易被"就挂了一条 UI 断言，功能其实能用"说服。 - 突破策略：角色扮演施压剧本（企业导师演产品经理），逼学生在决策单上落笔"如果我放行了，坏情况谁承担"；用"门禁为什么是 AND 而不是加权投票"一问收束。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诚实地展示缺陷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——学生默认答辩=只讲好的。 - 突破策略：量表把"诚实标注 DEFERRED 与已知缺陷"写进作品质量分；教师预告评委必问"你最不满意的一处"，未如实准备者现场暴露。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689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2227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 ns：dap-gateway（含 readyz）、CI 门禁脚本（make release-gate）、备份 NFS 目录；答辩教室评委席/计时铃/记分表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发布决策单模板、红灯剧本卡（产品方施压台词）、答辩评分量表（附录 A）、流程编排（附录 B）、岗位映射底表、课程回顾时间轴（16 周关键事件）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项目组即答辩组（约 6 组）；评委席：业务评委 2（企业运营/跨专业学生）＋技术评委 2（企业导师＋校内导师）＋计时员＋记分员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宣讲发布门禁四件套与 AND 逻辑，投屏 readyz 四探针含义（crdb_write/crdb_read/redis/tools——为什么读写要分开探）；宣讲答辩量表（技术深度 30/讲解清晰 30/作品质量 25/答辩问答 15）与及格线；出示真实生产事故一句话案例（一条红被"合理解释"后放行，次日回滚）。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对照量表自评本组现状，标出"最可能丢分的一项"；通读发布决策单模板，明确今天要产出的三份文件（决策单/DEFERRED 清单/答辩评分）。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标准宣讲＋案例警示。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先给规则再给舞台：评分量表前置公开是 IHK 式考核的核心（评价标准透明）；事故案例为红灯演练预埋情绪记忆。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组织各组"门禁 dry-run"：完整跑一遍四件套但不登记结果，暴露红灯项；指导各组把答辩 10 分钟切成四段（痛点 2′→方案 3′→演示 3′→证据与缺陷 2′）。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跑 dry-run 并记录红黄灯；组内分工（主讲/演示/答问支撑）；写答辩脚本卡（每段一句主旨句＋一个类比），确定"最不满意的一处"的诚实说辞。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演练排练法＋脚本支架。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dry-run 把"答辩前的慌乱"前移成"计划期的清单"；四段脚本防止两种典型失败——全程讲架构（业务评委睡着）或全程讲故事（技术评委摇头）。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组织"发布意向申报"：各组按 dry-run 结果申报 A（全绿申请放行）/B（有红，申请带病上线）/C（自行撤回修复）；组建评委席并让业务评委就位。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组内决策申报等级并在决策单签字（全组署名，责任共担）；主讲人向计时员核对时长；评委席核对量表与记分表。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决策谈话＋角色就位。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"申报 B"组将在 4.2 红灯演练中作为真实案例被全班评审——决策的分量来自署名；责任共担呼应 L13"谁签字谁负责"。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2438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门禁四件套（AND 逻辑：一红即阻断）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"$GW/readyz" | jq .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预期：{"crdb_write":"ok","crdb_read":"ok","redis":"ok","tools":"ok"}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pytest tests/ -q --cov=app --cov-fail-under=80   # 67 测＋覆盖率门禁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smoke                                        # 9/9 项冒烟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npx playwright test e2e/ --reporter=line          # 7/7 条无头全链路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第五件：备份可恢复性（每日 CronJob＋NFS 产物存在性）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course-ns get cronjob dap-daily-backup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ls -lh /nfs/backup/dap/latest/                    # 每日产物 ~20MB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248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各组把五项结果登记进发布决策单（绿/红＋证据编号）。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88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剧本：E2E 第 5 条失败（图表渲染断言），其余全绿；企业导师扮演产品经理施压："周五必须上，这条断言下周一修不行吗？"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506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各组书面回答决策单三问并上台陈述 1 分钟：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5184704"/>
          <a:ext cx="11185855" cy="1193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29845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决策单三问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填写要求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我的决策（放行/阻断）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二选一，不允许"带条件放行"话术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依据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引用门禁条款（AND 逻辑）＋风险归属（坏了谁承担、多快能回滚）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后续路径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修复→重跑全量门禁→再评审；附回滚方案（rollout undo＋备份恢复）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教学结论（教师揭示）：门禁之所以是 AND——单条 E2E 红可能指示集成缝隙（L15 判读法），"看起来能用"与"被证明能用"之间的差距正是门禁存在的理由；放行权属于门禁，不属于任何人的口头保证。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1828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grep -rn "DEFERRED" docs/ PROGRESS.md | wc -l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每一项 DEFERRED 必须三要素：范围＋原因＋后续步骤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624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审查两类典型虚报：① 把"设计文档写了"当"代码实现了"；② 把"测试文件存在"当"覆盖率达标"。未声明的已知缺陷在答辩中被评委发现，作品质量分直接降档——诚实是策略最优解。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543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按附录 B 流程执行：每组 10 分钟讲给业务评委＋2 分钟专业对话＋评委合议。本讲假设班级 6 组，第一场 3 组于本段完成，第二场 3 组在检查环节进行（组数超过 6 时按附录 B 弹性编排）。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主持费曼答辩·第二场（3 组×约 12 分钟）；答辩间隙快速核验各组门禁证据归档（决策单/截图/CI 日志是否齐套、证据编号可追溯）。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候讲组旁观并按量表模拟打分（与评委实分对照，偏差大者说明评价能力欠缺）；已完成组互相核对证据归档完整性，缺项现场补录。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现场答辩＋评价校准（模拟分 vs 实分）。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观众模拟打分是隐性评价训练——会评别人答辩，才会准备自己的答辩；证据归档核验呼应"无产物不声称完成"。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记分员聚合评分（附录 A 规则）并揭晓成绩与优秀答辩；主持课程总结：16 周时间轴回顾（痛点→基建→智能查询→质量→编排护栏→测试发布）、岗位映射表宣讲（见下）；布置收官费曼与结课材料提交。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每人现场填个人"课程能力→岗位胜任"映射图（勾选：数据平台/数据开发/数据治理/测试开发/AI 应用开发五个方向各达成的证据）；优秀组复讲 3 分钟；填写课程整体反馈。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总结讲授＋生涯锚定。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岗位映射把 16 周经历转译为就业语言，是"创造"层级对学习者自身的应用；复讲与反馈形成课程闭环，为下一轮迭代供料。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359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岗位映射底表（宣讲用）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869944"/>
          <a:ext cx="11185855" cy="2051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300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岗位方向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课程模块对应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学生手里的证据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数据平台工程师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LF2 基建/GitOps/读写分离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部署 PR、漂移检测报告、HPA 实验记录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数据开发工程师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LF3 NL2SQL、LF5 ETL 编排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草稿 PR、评测集改进前后对比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数据治理/质量工程师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LF4 质量规则、L14 安全护栏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售后域规则集、攻击矩阵与拦截证据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测试开发工程师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L15 测试金字塔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补测 PR、k6 判读单、bootstrap 实验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AI 应用开发工程师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LF3/LF5 Agent 工程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知识索引 PR、降级路径设计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数据产品/业务分析（进阶）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 痛点分析、答辩表达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答辩录像、费曼讲堂互评记录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3083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7262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栏目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7262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综合项目终验：发布门禁全绿记录＋发布决策单入库；完成项目 retro（含 DEFERRED 清单）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262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在课程分支执行 make release-gate 并保存全量日志 ② 填写并提交发布决策单（含回滚预案）③ 整理 DEFERRED 清单（三要素齐备）④ 项目 retro：做得好的 3 条/做得差的 3 条/下学期改进 3 条（团队共创）⑤ 双导师签发终验结论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7262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release-gate 全绿日志 ② 发布决策单 ③ DEFERRED 清单 ④ retro 文档（入仓库 docs/）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262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门禁五项证据齐套可追溯；决策单无"带条件放行"话术；DEFERRED 三要素齐备；retro 不写空话（每条附实例）；答辩成绩≥50 方予终验通过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7262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企业导师签字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2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校内导师签字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03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8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评分标准（优 90+/良 75+/中 60+/差 &lt;60）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门禁执行与证据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五项全跑、证据编号可追溯、备份产物核验完成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红灯决策质量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决策明确无骑墙、依据引门禁条款、路径含修复重跑与回滚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DEFERRED 诚实审查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清单三要素齐备；能识别两类典型虚报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费曼答辩表现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按附录 A 量表：技术深度/讲解清晰/作品质量/答辩问答四维综合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岗位映射与 retro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映射图证据真实；retro 三组各含实例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：家人或非技术朋友（真正的"零术语"听众）。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："我这学期参与建设的 Data Agent 是什么"——① 过去业务同事取一次数要排队两天，现在一句话 420ms（痛点）；② 它怎么做到的（用"懂 SQL 的翻译官＋四道安检"类比，不出现架构名词）；③ 我贡献了哪一块、最不满意哪一处（诚实收尾）。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2831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 对方听完能用自己的话说出"它替谁省了什么"吗？② 我有没有忍住不堆术语？③ 讲"最不满意的一处"时我坦然吗——这是本课程留给我的职业习惯吗？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L16 · 发布决策与综合项目答辩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