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FAQ 直答与反馈闭环——让正确被复用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L09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六学时 ｜ 校内理实一体 + 企业实训站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L09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860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826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LF3 智能查询服务开发：NL2SQL 与知识引擎（本域第 3 讲：检索 → 直答）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第 09 讲（第 9 周）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 学时＝校内理实一体 4 学时（六步法 240′）＋企业实训站 2 学时（PR 实战）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分析（渗透：理解、应用、评价）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校内：理实一体教室（演示区＋4 人工位区）；企业站：10.167.2.175/176 双节点 K8S 集群 · dap-v2 课程分支 edu/2026-spring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企业站 PR 任务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以 analyst 角色提交一条真实反馈（corrected_sql 过四层护栏预校验），验证同题直答命中，附前后耗时对比证据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课后费曼任务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讲清"知识引擎是 Agent 效果天花板"——为什么模型再强，也救不了错误或丢失的知识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27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💡 【委托单 #R-2409】委托方：零售运营部王总监。上周例会"各品类 GMV"口径又答错一次，分析师手工改对了 SQL；可同样的问题下周还会再问，每次都要等大模型跑 56 秒、还可能再错。请把这次人工修正沉淀进知识库，让同题下次 1 秒内直接答对；同时保证坏 SQL 一行也进不了库。——数据平台组 DAP-v2 迭代周任务单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【理解】画出 FAQ 反馈闭环五环（feedback 端点 → few_shots 表 → Milvus 增量索引 → L2 检索透传 → 同题直答），说出每一环的输入、输出与失败形态。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【应用】按操作单完成三组对照实验，实证闭环上的三个安全设计：RBAC（analyst+）、corrected_sql 四层护栏预校验、幂等 UPSERT。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791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【分析】依据"few_shots 有行、同题恒走 56s 慢路径、且无任何报错"的现象，用接缝二分法（五问清单）定位"FAQ 断路"事故的双层根因：索引元数据缺字段 × L2 透传丢失。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378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【分析】拆解 420ms 直答与 56s LLM 路径的耗时构成，量化知识复用在延迟与正确性两个维度的收益（约 130 倍 + 口径固化）。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964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【评价】审查 57 条回归测试的覆盖逻辑，为链路再设计"第 58 条"断路测试，并说明其防回归价值。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1429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反馈闭环全链路与三个安全设计（RBAC / 护栏预校验 / 幂等 UPSERT）的协作语义——"越权不进、先验后存、重放不重"。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72947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"FAQ 断路"双层根因的分析方法与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断路测试思维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：集成链路每个接缝都要有测试证明"通"；单测全绿 ≠ 链路通。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53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教学难点（附突破策略）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07797"/>
            <a:ext cx="11185855" cy="120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静默降级型故障的定位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：系统不出错、只变慢，无 error 日志可 grep，监控"全绿"。 - 突破策略：①计时基线法——同题两问用 `time curl`＋路由标记日志（route=faq/llm）把"慢"变成可观测证据；②接缝二分五问清单（存储在吗→索引进了吗→命中了吗→元数据全吗→透传到了吗），把开放问题拆成 5 个可独立验证的封闭问题，逐缝排除。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18897"/>
            <a:ext cx="11185855" cy="120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幂等 UPSERT 与护栏预校验的顺序语义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：为什么必须先校验后落库、为什么重放两次只有一行。 - 突破策略：实证三步——重放两次比对响应 `dedup` 标记、前后 `SELECT` 行数与 version 变化、读 UPSERT 语句找 `ON CONFLICT` 去重键；再反例研讨"先存后验"会给 few_shots 带来什么脏数据（恶意 SQL 已落库、索引已污染）。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环境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（讲师课前 1 天核验；故障时按 RUNBOOK 降级为录屏＋离线日志包）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7467"/>
            <a:ext cx="11185855" cy="8143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双节点 K8S 集群（10.167.2.175/176）`dap` 命名空间：gateway / insight-agent / insight-worker / llm-gateway / crdb / milvus / redis 全部 Ready（`kubectl -n dap get pods`）。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01852"/>
            <a:ext cx="11185855" cy="57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课程分支 `edu/2026-spring` 就绪；每人发放三类课程 Token：viewer（只读）/ analyst（可反馈）/ owner（演示审批）。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8684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课程租户 `tenant=edu`；学生可写数仓对象限 TiDB `edu_shadow` 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2437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资料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48032"/>
            <a:ext cx="11185855" cy="8143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代码：`dap-v2/services/insight/api/feedback.py`（端点）、`services/insight/guardrails/sql_check.py`（四层护栏）、`services/insight/faq/indexer.py`（增量索引 worker）、`services/insight/faq/retriever.py`（命中判定＋L2 透传）。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72417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测试：`dap-v2/tests/faq/test_faq_regression.py`（57 条断路回归测试）。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1801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事故档案：`docs/07-项目资源/incidents/INC-faq-break.md`（脱敏复盘报告）。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63607"/>
            <a:ext cx="11185855" cy="57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工具卡：`make gateway-forward` / `make crdb-sql` / `make insight-logs` 三个封装命令说明。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748597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分组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：4 人一组，角色轮换：操作员 / 计时记录员 / 日志观察员 / 评审员。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1 步：资讯（30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双盲演示：同屏连问两次同一问题。第一次约 56s 出结果；第二次 0.4s 出同样结果。追问："第二次为什么快？快的那次真的对吗？如果每次都 56 秒，业务方会怎么用这个系统？"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8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板书反馈闭环五环图，每环标注一个"断点可能"：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746304"/>
            <a:ext cx="11185855" cy="18161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人工修正 SQL ──POST /api/feedback──► few_shots 表(CRDB)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（analyst+ ／ 四层护栏预校验 ／ 幂等UPSERT）        │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                                  │ worker 增量索引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                                  │ （向量＋faq_question＋faq_sql＋tenant）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                                  ▼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用户提问 ──► L2 Redis 语义缓存 ──► Milvus faq 池检索 ──同题命中──► 直答 ≈420ms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（命中须透传 metadata：is_faq／faq_sql）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└──────────────未命中──────────────► LLM 全链路 ≈56s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224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发放引导文：委托单 #R-2409 ＋ 五问清单 ＋ 代码路径清单。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9864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204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观察两次请求响应差异（`route`、`elapsed_ms`、`faq_source` 字段）。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8443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带着引导文的 3 个资讯问题通读 `feedback.py` 与 `indexer.py`：①corrected_sql 落库前经历了什么？②few_shots 到 Milvus 之间谁在搬数据、搬了哪些字段？③"同题"判定发生在哪一层？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30625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【教学方法】演示法＋引导文法（双元制资讯环节典型方法）。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1 步：资讯（30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【设计意图】用 130 倍时差制造认知冲击，把"知识复用"从抽象概念变成可测现象；引导文驱动学生读生产代码而非听讲。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2 步：计划（30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【教师活动】给出任务分解模板与安全红线（只写 edu_shadow、只用自己的 tenant、幂等重放不超过 2 次、恶意 SQL 只用清单里的三条）。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【学生活动】小组产出实施计划表（子任务 / 关键命令 / 预期证据 / 风险），至少覆盖：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352294"/>
          <a:ext cx="11185855" cy="18986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7973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子任务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关键命令/路径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预期证据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7973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直答 vs 慢答基线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time curl 同题两问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route=llm≈56s；route=faq≈0.42s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7973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反馈三组对照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POST /api/feedback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200＋dedup / 403 / 422×3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7973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增量索引观察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make insight-logs f=faq_index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 个元数据字段齐全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7973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断路事故复盘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五问清单逐缝验证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每问一条验证命令＋结论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2920" y="430094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【教学方法】小组计划法＋任务卡。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3495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【设计意图】计划先行是六步法的骨架；"预期证据"列强制学生动手前先定义"怎么算完成"，防实施阶段瞎试。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3 步：决策（20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【教师活动】逐组 3 分钟计划答辩，重点拷问：①幂等实验如何设计才能证明"是去重生效，而不是第二次没提交成功"？②断路复盘你打算先查哪个接缝，为什么按这个顺序？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【学生活动】陈述计划 → 接受质询 → 修订计划表并签字（决策记录进入任务单）。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5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【教学方法】专业对话（Fachgespräch 雏形）。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8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【设计意图】决策＝"计划被批准"，模拟企业方案评审；在动手前暴露实验设计的逻辑漏洞，成本最低。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【教师活动】巡回指导，只在组卡死超过 5 分钟时给"方向性提示"（不给答案）；控制各子步骤节奏；收集各组典型错误投屏。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【学生活动】按计划表分工执行，记录员实时把命令、返回、耗时写入任务单证据栏。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0944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【教学方法】任务驱动法＋结对操作（驾驶员/导航员）。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4284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【设计意图】四个子步骤＝闭环正向走一遍（4.1→4.3）再逆向拆一遍（4.4），正反结合建立"链路感"。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762504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cd dap-v2 &amp;&amp; git switch edu/2026-spring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gateway-forward        # 即 kubectl -n dap port-forward svc/dap-gateway 8000:8000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GW=http://localhost:8000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① 慢路径：题库未命中，走 LLM 全链路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time curl -s "$GW/api/query" -H "Authorization: Bearer $ANALYST_TOKEN"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-H 'Content-Type: application/json'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-d '{"question":"按品类统计上个月的GMV","top_k":10}'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预期：route=llm，elapsed≈56000ms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② 直答路径：题库中已存在的存量 FAQ 题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time curl -s "$GW/api/query" -H "Authorization: Bearer $ANALYST_TOKEN"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-H 'Content-Type: application/json'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-d '{"question":"上月GMV的统计口径是什么"}'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70504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A90"/>
                </a:solidFill>
                <a:latin typeface="Calibri"/>
                <a:ea typeface="Microsoft YaHei"/>
              </a:rPr>
              <a:t>…（另有 3 行，详见教学方案原文）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26536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记录员将两组（route / elapsed_ms / 是否含 SQL 执行）写入基线表——这是后面一切对比的参照系。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准备 `feedback.json`（corrected_sql 必须是真实修正，不是玩具语句）：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760474"/>
            <a:ext cx="11185855" cy="14097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{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"question_id": "q-edu-&lt;学号&gt;",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"question": "按品类统计上个月的GMV",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"corrected_sql": "SELECT category, SUM(gmv - refund_amt) AS gmv FROM ads_gmv_daily WHERE dt = date_trunc('mo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"reason": "原SQL漏扣退款金额"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30174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A. 正常提交 + 幂等重放（连续两次，间隔≤5s）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-X POST "$GW/api/feedback" -H "Authorization: Bearer $ANALYST_TOKEN"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-H 'Content-Type: application/json' -d @feedback.json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→ {"status":"ok","version":1}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-X POST "$GW/api/feedback" -H "Authorization: Bearer $ANALYST_TOKEN"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-H 'Content-Type: application/json' -d @feedback.json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→ {"status":"ok","dedup":true,"version":2}   ← 内容未变，行数不变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crdb-sql    # 进入 CRDB SQL 终端（库 dap）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&gt; SELECT question_id, tenant, version, updated_at FROM few_shots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WHERE question_id = 'q-edu-&lt;学号&gt;';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仍 1 行；version+1（幂等 UPSERT 的落库证据）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B. 越权对照：viewer 提交同一反馈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38174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A90"/>
                </a:solidFill>
                <a:latin typeface="Calibri"/>
                <a:ea typeface="Microsoft YaHei"/>
              </a:rPr>
              <a:t>…（另有 8 行，详见教学方案原文）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实施（续2）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对照阅读 `feedback.py` 的调用顺序：先 `sql_check(corrected_sql, tenant)` 四层全过，才执行落库：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018284"/>
            <a:ext cx="11185855" cy="14097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INSERT INTO few_shots (question_id, tenant, question, corrected_sql, version, ...)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VALUES ($1, $2, $3, $4, 1, ...)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ON CONFLICT (question_id, tenant) DO UPDATE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SET corrected_sql = EXCLUDED.corrected_sql,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version       = few_shots.version + 1,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updated_at    = now();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487984"/>
            <a:ext cx="11185855" cy="28448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① 观察 worker 增量索引日志——重点核对写了哪些元数据字段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 logs deploy/insight-worker --tail=100 | grep faq_index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预期：insert q-edu-&lt;学号&gt; fields=[vector, faq_question, faq_sql, tenant, enabled]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② 用 question 原文同题再问（不是用 question_id 问！）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time curl -s "$GW/api/query" -H "Authorization: Bearer $ANALYST_TOKEN"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-H 'Content-Type: application/json'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-d '{"question":"按品类统计上个月的GMV"}'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预期：route=faq，elapsed≈420ms —— 你 5 分钟前修正的 SQL 正在被复用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③ 命中计数（直答收益的量化口径）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"http://localhost:9090/api/v1/query" --data-urlencode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'query=faq_direct_hits_total{tenant="edu"}'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实施（续3）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观察点（写入任务单）：L2 语义缓存命中后，服务层必须同时拿到 `is_faq` 与 `faq_sql` 两个透传字段——这正是断路事故的第 2 个断点。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发放现象卡片（真实事故脱敏）：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5229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6B7A90"/>
                </a:solidFill>
                <a:latin typeface="Calibri"/>
                <a:ea typeface="Microsoft YaHei"/>
              </a:rPr>
              <a:t>💡 few_shots 表有行、Milvus 实体数 +1，但同题永远 56s；全程无 error 日志，监控全绿，两周无人发现。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小组按五问清单逐接缝验证并勾选：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3278124"/>
          <a:ext cx="11185855" cy="2603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43391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#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接缝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当时的验证命令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事故真相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存储在吗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SELECT * FROM few_shots ...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✔ 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索引进了吗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Milvus num_entities +1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✔ 进了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命中了吗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检索日志 score ≥ 阈值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✔ 命中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元数据全吗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取回 entity 的 faq_question/faq_sql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✘ R1：字段为空（worker 写入漏带元数据）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33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透传到了吗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服务层日志是否收到 is_faq/faq_sql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✘ R2：L2 命中结构透传时 metadata 被丢弃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593162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研讨两问（写入任务单）：①为什么单修任何一个 bug 都不够？（R1、R2 任一存在，健康路径恒不命中。）②为什么两周才发现？（两层叠加后系统静默降级到 LLM——结果仍正确、只是慢，不报错、不告警，这是最危险的断路形态：伪健康。）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实施（续4）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随后翻看 `tests/faq/test_faq_regression.py` 的 57 条回归（覆盖五环 × 正反例 × 耗时断言 &lt;2s），每组设计"第 58 条测试"（Given/When/Then 三段式，企业站可真正实现）。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5 步：检查（40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【教师活动】发布 10 项检查清单，逐组核对证据；未达成项如实标注"未验证/未完成"（诚实文化：如实标注不扣诚信分，虚报按 0 分）。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【学生活动】自查＋组间互查，重点核对：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5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基线表含 route=llm 与 route=faq 两行计时数据；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71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幂等：两次响应 JSON ＋ 前后 SQL 查询结果对比；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803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403 × 1、422 × 3 的返回体原文；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443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worker 日志出现 4 个元数据字段名；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80833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同题命中证据（&lt;2s ＋ route=faq ＋ few_shots 行）；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17234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6.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五问清单 5 行全部勾选且正确标注 R1/R2 两个断点；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53635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7.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第 58 条测试三段式完整；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9003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8.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任务单"未完成清单"栏如实填写。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643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【教学方法】核对表法＋同伴互评。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5983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【设计意图】"无产物不声称完成"——每项检查对应可复查的证据，训练证据意识与诚实自评（HSA）。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6 步：评价＋学生讲堂（30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【教师活动】主持 15′学生讲堂（抽 3 组各 4′）并点评；10′按评分表评分；5′布置企业站任务与课后费曼任务。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【学生活动】讲堂主题抽签二选一：①"我如何 15 分钟定位一个监控全绿的故障"；②"为什么 420ms 里最贵的不是计算，是那曾经修对过一次的 SQL"。听众按互评量表打分（清晰度 / 证据 / 类比各 5 分）。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5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【教学方法】费曼法＋同伴互评量表。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8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【设计意图】把分析过程讲明白才算真正掌握；主题②为课后费曼任务"知识引擎是天花板"埋伏笔。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41465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5923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59236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在 dap-v2 课程分支完成"提交一条真实反馈并验证同题直答命中"的完整闭环 PR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9236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场地/协作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企业实训站；2 人结对（驾驶员/导航员 20′轮换），企业导师巡回评审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9236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步骤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从本学期评测集挑 1 道错题（保留自己当时的错误 SQL 证据）→ ② 人工写出正确 SQL，本地先过 sql_check 四层护栏 → ③ 以 analyst 提交 feedback 并做幂等重放 → ④ 等待 worker 增量索引（≤60s，看日志）→ ⑤ 同题直答计时（截取 route=faq 日志行）→ ⑥ 补一组恶意 SQL 拦截对照 → ⑦ 撰写案例文档并提 PR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9236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交付物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PR 含：docs/07-项目资源/faq-cases/&lt;学号&gt;.md（问题/原 SQL/修正 SQL/护栏对照/前后耗时对比表）＋关键日志与响应证据粘贴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9236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评审标准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直答命中证据链完整（few_shots 行＋worker 日志＋&lt;2s＋route=faq）② 护栏拦截至少 1 组 4xx 对照 ③ 文档三查（规范/可复现/结论诚实，未验证项如实标注）④ PR 描述含一段"如果断路发生在我这题，会断在哪一环"的分析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9236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双导师签栏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企业导师（签名/日期）：__________　校内导师（签名/日期）：__________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413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0216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评价标准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021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资讯与计划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五环链路图完整、每环失败形态标注清楚；计划表含"预期证据"列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21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实施完成度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三组对照实验全部复现（15）；同题命中证据齐全（10）；worker 元数据观察记录（10）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021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断路复盘质量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五问清单验证命令正确（10）；双层根因及"单修不够"论证成立（10）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21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检查与证据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证据齐全可复查；未完成项如实标注"未验证"而非空着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0217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学生讲堂表达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外行能听懂（类比准确）、有计时/日志证据支撑、4 分钟内讲完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72487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等级：≥90 优秀／75–89 良好／60–74 合格／&lt;60 重做（限补一次）。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90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讲给谁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：非技术专业的同学或家人（对方不懂 SQL 与缓存）。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2712"/>
            <a:ext cx="11185855" cy="685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讲什么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："知识引擎是 Agent 效果天花板"——用两次提问（56 秒与 0.4 秒）和断路事故当故事：模型再强，喂错知识照样答错；修对一次的 SQL 若不存下来，下次还会错一遍。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8192"/>
            <a:ext cx="11185855" cy="685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自评三问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：①我不看图能讲出反馈闭环五环吗？②对方能用自己的话复述"为什么要存下来"吗？③我讲的断路事故，对方能说出"坏在哪一环"吗？——任一问答"否"，重讲一遍并录音自查。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L09 · FAQ 直答与反馈闭环——让正确被复用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