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从 HTTP 工程师到模型调用工程师 · 里程碑 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2/141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本章学习地图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目标:解决【如何稳定调用模型】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四讲:API基础 → Streaming → Prompt → 结构化+Gateway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产出:平台入口层 LLM Gateway(M1 里程碑)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对应工程:src/agent_platform/gateway/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学完即可在简历写"统一模型调用服务"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4/141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平台六大演进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LLM Gateway 双协议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Tool Runtime+MCP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Loop+状态机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M4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Context+RAG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M5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Multi-Agent+Eval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生产化+风控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5/141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平台总架构:一图看懂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客户端:CLI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Web 控制台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移动端(规划)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请求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接入层:GraphQL BFF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SSE 流式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风控栈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编排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495674"/>
            <a:ext cx="10668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业务层:Gateway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909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909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3300" y="3495674"/>
            <a:ext cx="10668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Tool Runtime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768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495674"/>
            <a:ext cx="10668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Agent Loop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627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15100" y="3495674"/>
            <a:ext cx="10668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Context·RAG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486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3495674"/>
            <a:ext cx="10668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MultiAgent·Eval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34500" y="3495674"/>
            <a:ext cx="13335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345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86900" y="3495674"/>
            <a:ext cx="10668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457825" y="4557711"/>
            <a:ext cx="1276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7825" y="4557711"/>
            <a:ext cx="1276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读写/事件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9050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4767261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基础设施:PG 主从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338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338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86250" y="4767261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Redis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6270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15100" y="4767261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591550" y="4767261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59155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43950" y="4767261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Milvus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6/141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你的后端经验值多少钱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服务开发:LLM 服务同样是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数据库与缓存:成本治理的直接迁移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异步任务/权限认证/日志监控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限流、重试、熔断:本章全部复用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转型不是清零,是能力平移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7/141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转型能力平移图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API 服务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LLM 服务同为 HTTP 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限流重试熔断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直接复用风控栈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数据库缓存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成本治理迁移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权限认证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RBAC+JWT 同源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日志监控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Trace·Metrics 延伸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异步任务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Loop 载体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8/141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需要补齐的 Agent 新能力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模型调用与参数语义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与结构化输出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工具协议(Function Calling/MCP)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上下文管理、Agent 状态机、Eval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前两项本章拿下,后三项后续章节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9/141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Chat Completions API 请求结构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POST /v1/chat/completions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必填:model + messages 数组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可选:temperature/top_p/max_tokens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已成事实标准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DeepSeek/vLLM/TGI 全部兼容此协议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10/141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一次完整的 LLM 调用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Gateway(风控)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POST /v1/chat/completions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注入→重放→限流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 primary→fast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0960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60960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帧流+末帧 usage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打字机输出 [DONE]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11/141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消息角色:四种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system:全局指令,模型岗位说明书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user:用户输入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assistant:模型历史回复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tool:工具执行结果(第2章登场)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角色错放是最常见调用错误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12/141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四种消息角色卡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全局指令/岗位书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用户输入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模型历史回复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工具结果回灌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13/141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响应结构:三层拆解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choices[0].message.content:正文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usage:prompt/completion_tokens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finish_reason:stop/length/tool_calls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length=被 max_tokens 截断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监控必须同时看 usage 与 finish_reason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14/141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响应字段速查,字段,含义,监控点;choices[0].message.content,正文,body 为空告警;usage.prompt/completion,输入输出 token,成本核算;finish_reason,stop/length/tool_calls,length=截断告警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15/141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temperature:采样温度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概念:缩放 logits 分布平坦度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越高越随机,越低越确定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应用:抽取/分类任务用 0~0.3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创作类任务 0.7~1.0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16/141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前沿③:推理模型范式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 系/DeepSeek-R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显式思维链,推理时算力换质量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编码基准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SWE-bench 从 4%→70%+ 三年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采样策略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推理模型建议 temperature=1(官方指南)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训练后 RL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行为可被 RL 强化(SWE-agent)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17/141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temperature 踩坑与优化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坑:评测任务开了高温,指标抖动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坑:temperature 与 top_p 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优化:生产默认 0,按任务分级覆盖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优化:参数进配置中心,可灰度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固定温度是可复现性的第一步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18/141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top_p 与 max_tokens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top_p:核采样,截断累计概率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经验:只调其一,别同时大改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max_tokens:输出上限,防失控成本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太小 → 内容被腰斩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19/141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Token:计费与延迟的单位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 token ≈ 0.75 个英文单词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中文约 1 字 ≈ 0.6~1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 = 输入+输出 token 之和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延迟与输出 token 数近似线性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做成本预算,先学会估 token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20/141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真实联调实测(APIS-glm-5.3)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complete 全程延迟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单次调用总量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流式输出用量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SSE 分块数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21/141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Window:模型的作业本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输入+输出共享同一个窗口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超窗直接报错或静默截断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长窗口 ≠ 免费注意力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有效注意力随长度衰减(lost in the middle)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22/141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多模型调用的现实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不同厂商 API 字段有差异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价格/能力/上下文长度分层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策略:强模型难任务,弱模型杂任务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统一封装 = 供应商可替换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网关层的价值从这里开始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23/141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双协议多供应商网关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统一入口:GraphQL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952500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SSE REST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路由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路由:ModelRouter 链式 fallback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协议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协议适配:OpenAI Compatible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Anthropic Messages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Mock(CI)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留痕:Cost Ledger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Trace Span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24/141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错误类型全景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429 限流:请求太猛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401/403 鉴权:Key 失效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408/超时:推理太慢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5xx:服务端故障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400:参数错误(schema 不合法)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25/141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四类典型故障处置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429 限流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令牌桶拦截→退避重试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401 鉴权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Key 失效→轮转密钥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5xx 服务端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400 参数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Schema 校验→反喂纠错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26/141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重试策略:指数退避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只重试可重试错误(429/5xx/超时)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退避:1s → 2s → 4s + 随机抖动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上限 3 次,总时长别超外层预算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400 参数错重试无意义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非幂等操作禁止盲目重试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27/141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错误处理决策链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请求发起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失败分类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可重试?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指数退避重试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3 次仍失败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fallback 次模型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AllProvidersFailed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6096000" y="4095750"/>
            <a:ext cx="46291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6200000">
            <a:off x="609600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609600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>
            <a:off x="605313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0" y="3848100"/>
            <a:ext cx="584835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实测:主模型故障自动 fallback,attempts=2 留痕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28/141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超时预算分级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本地计算:100ms 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同机房 RPC:1s 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推理:30~90s 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每层独立预算,并跨层传播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下游没预算了就别再发请求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29/141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平台工程对照:gateway 域模型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ChatMessage/ChatRequest/ChatResponse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Usage.total_tokens 派生不变量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校验挡住脏数据入口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代码:src/agent_platform/gateway/domain.py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30/141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MockProvider:确定性的价值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prompt 关键词回放预设脚本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零外部依赖、断言可重复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call_count 可断言调用次数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LLM 输出不可复现会毁掉 TDD 节奏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31/141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32/141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鉴权与请求头实践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Authorization: Bearer &lt;api_key&gt;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Key 走环境变量/密钥服务,不入库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网关层统一注入,业务侧零 Key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OPENAI_API_KEY 只在 .env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33/141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认证头与风控头实测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"Authorization: Bearer sk-***" 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Authorization: Bearer sk-*****(掩码)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x-idempotency-key: req-20261003-001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x-tenant-id: acme(开发态)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生产:JWT 强制(SEC_JWT_REQUIRED=1)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Key 只在 .env 与请求头,永不落库/日志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34/141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流式与非流式的成本差异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计费相同,体验与失败代价不同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非流式超时=整单作废重计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流式取消只计已生成部分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长输出任务默认流式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35/141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维度:能力/价格/上下文/延迟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难任务(推理/代码)→ 强模型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杂任务(分类/抽取)→ 小模型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矩阵进配置,随价格变化调整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36/141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强弱模型选型,维度,强模型,小模型;任务,推理/代码/长链,分类/抽取/改写;成本,高(约5x),低;延迟,10~25s,1~3s;占比,难任务 20%,杂任务 80%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37/141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多模型路由设计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链式:primary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失败原因决定是否换链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全程留痕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38/141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供应商抽象接口设计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LLMProvider 协议两个方法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complete:一次性返回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stream_events:增量+末帧用量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新增供应商=新增一个实现类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39/141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双协议适配时序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OpenAI 协议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Anthropic 协议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统一请求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POST /chat/completions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08500" y="31750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595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POST /v1/messages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4508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4508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choices+usage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59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content_blocks+usage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统一 ChatResponse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40/141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应用:客服问答参数基线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 0.3:稳定带一点语气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max_tokens 512:控制话术长度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system:角色+禁答清单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基线进配置中心,按业务覆盖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41/141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踩坑:Key 泄露事故复盘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事故:示例代码把 Key 提交进仓库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影响:被扫描机器人抓取盗刷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处置:立即轮转+历史清除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预防:pre-commit 扫描 sk- 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42/141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域模型不变量:TDD 守护 · src/agent_platform/gateway/domain.py:24-58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143" y="762000"/>
            <a:ext cx="9301713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43/141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LLM API 基础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finish_reason=length 说明什么?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哪些错误值得重试,哪些不值得?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temperature=0 是评测基线?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你的项目里哪个参数最该进配置中心?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44/141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为什么必须流式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推理延迟秒级起步,长输出数十秒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串行等待:用户盯着白屏离开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流式:首字延迟 &lt;1s,体验质变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附加收益:用户可提前取消省 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46/141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协议本质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HTTP 长连接 + 文本事件流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帧格式:data: {json}\n\n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结束标记:data: [DONE]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单向服务端推送,浏览器原生支持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比 WebSocket 轻,够用就是最好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47/141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打字机实测输出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2385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571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-N -X POST :8000/v1/chat/completions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"worl",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"d, f",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"rom ", "usage": null}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{"delta": "", "usage": {"total_tokens": 626}}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data: [DONE]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末帧强制携带 usage → 成本留痕数据源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48/141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FastAPI 流式转发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StreamingResponse 包装 async 生成器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media_type=text/event-stream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逐块转发,不做全量缓冲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代码:api/app.py 的 sse() 生成器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49/141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前端/CLI 消费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浏览器:EventSource 或 fetch 流读取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CLI:逐块 print 实现打字机效果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每帧 JSON:delta 增量 + 末帧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平台实测:curl -N 可见打字机输出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50/141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打字机渲染管线-&gt;收到 delta 帧-&gt;追加缓冲-&gt;节流上屏(16ms)-&gt;usage 帧更新计数-&gt;[DONE] 收尾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note=直接逐帧 DOM 更新会卡:节流是前端必修课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51/141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中断与取消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用户点击停止 → 关闭连接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服务端检测写失败即终止推理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省下的是真金白银的 Token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取消也必须留痕:用量已产生部分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52/141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流式会话状态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streaming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paused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网络抖动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67362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7362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自动重连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47975" y="2814637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47975" y="2814637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[DONE]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619500" y="1562100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19500" y="1562100"/>
            <a:ext cx="4953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2500" y="1562100"/>
            <a:ext cx="0" cy="178117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72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8529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0075" y="2814637"/>
            <a:ext cx="7048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075" y="2814637"/>
            <a:ext cx="7048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超时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53/141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流式异常处理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网络抖动:连接中断而非报错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限流:可能在流中途触发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策略:已收内容保留 + 提示重试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禁止整段重流造成双倍计费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54/141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长文本断点保存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会话断开 → 丢弃还是续传?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方案:持久化已生成内容+序列号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恢复:从断点继续生成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本平台:任务摘要即恢复锚点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断点续传是长文任务的刚需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55/141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踩坑:缓冲毁掉流式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反向代理默认缓冲响应体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现象:打字机变成"憋大招"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修复:nginx 加 X-Accel-Buffering: 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自检:curl 必须逐块可见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56/141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踩坑:SSE 帧粘包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两帧数据连在同一个 chunk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解析器按 \n\n 切分才能还原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修复:跨 chunk 维护行缓冲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协议细节在集成测试里暴露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57/141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优化:流式下的成本留痕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usage 在流结束后才有(上游行为)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平台方案:末帧强制携带 usage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上游不带时按内容长度合成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没有留痕,成本治理无从谈起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58/141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优化:首字延迟 P95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指标:time-to-first-token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优化:路由到近机房/更快模型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优化:短 system prompt 优先命中缓存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TTFT 是流式体验的北极星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59/141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与流式的分工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GraphQL:聚合查询面(任务/报表)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SSE:LLM 流式响应专用通道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两者共存于同一 FastAPI 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/graphql 与 /v1/chat/completions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60/141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61/141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帧结构图解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事件三要素:event/data/id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最简实现只用 data 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空行分隔帧,双换行必须保留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自己抓包看一次胜过十页文档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62/141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SSE 客户端解析流(防粘包)-&gt;收 TCP chunk-&gt;行缓冲累积-&gt;按空行切帧-&gt;校验 data: 前缀-&gt;JSON 解析-&gt;分发渲染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note=跨 chunk 半帧是常见坑:必须缓冲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63/141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客户端重连语义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EventSource 断线自动重连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服务端需幂等:避免重复生成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会话标识绑定生成任务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重连风暴要做退避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64/141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断点续传 Last-Event-ID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客户端带着最后收到的 id 重连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服务端从断点继续推送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平台映射:任务摘要做恢复锚点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65/141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断线重连时序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生成器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流式中断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生成暂停(用量已记)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60102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重连+Last-Event-ID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从断点续推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剩余帧+usage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66/141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应用:长文写作流水线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大纲流式确认 → 分节生成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每节独立可取消可重写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全文状态持久化支撑恢复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67/141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踩坑:取消后的资源泄漏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客户端断开,生成器未感知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后台推理继续烧 Token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修复:请求取消事件联动 Abort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自检:取消后 usage 停止增长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68/141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优化:分块大小调优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块太小:帧开销大,吞吐低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块太大:打字机卡顿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经验:按句/按 16~32 字符切块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MockProvider 块长可配置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69/141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优化:多模型流式聚合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同题并发两模型,取先到流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差异过大时触发仲裁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成本翻倍,仅关键路径使用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对冲是尾延迟优化手段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70/141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SSE 逐块转发(平台实测打字机) · src/agent_platform/api/app.py:150-172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71/141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SSE 与 WebSocket 选型依据?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流式中途限流,已生成内容怎么处理?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为什么代理层会毁掉打字机效果?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TTFT 为什么比总时长更重要?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72/141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System Prompt:岗位说明书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设定全局行为基调与能力边界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声明输出格式与禁止事项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user 消息隔离,防注入第一道墙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一切可复用的指令都该进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74/141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角色定义与行为约束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明确角色:代码审查员/数据分析师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约束:只答职责范围内的问题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越界请求 → 礼貌拒绝并引导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角色越具体,输出越稳定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75/141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输出风格控制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详细程度:一句话/要点/长文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语气:专业/口语/客服话术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结构:Markdown 标题/表格/JSON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风格也是验收标准的一部分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76/141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模板化前后对比,维度,散写 Prompt,模板化;复用,每次手写,变量注入;一致性,风格漂移,风格锁定;版本,无追溯,git 版本化;审计,难归因,模板 ID 留痕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77/141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Few-shot:示例的力量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2~3 个"输入→输出"范例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对格式敏感任务立竿见影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示例覆盖边界情况效果最佳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示例本身成为 Prompt 的一部分资产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JSON 输出任务先试 Few-shot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78/141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ChatMessage:role 约束与校验 · src/agent_platform/gateway/domain.py:14-32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558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79/141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Few-shot 设计三要点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2~3 个足够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含边界情况样例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一致性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格式与目标输出严格同构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80/141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任务拆解:降幻觉的核心手段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一步到位 → 多步小任务链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每步只做一件事,可单独校验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步骤间传结构化数据而非自然语言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链式拆解 = 为第3章 Agent Loop 铺路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81/141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可变参数嵌入固定模板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模板即代码:进仓库、走评审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变量渲染前做转义与校验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模板库由 Gateway 统一管理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82/141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改动必须可回溯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 + 变更原因 + 适用场景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每次改动跑回归(第5章 Eval)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"感觉变好了"不是版本记录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83/141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system:你是资深代码审查员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约束:只输出问题清单+严重级别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few-shot:一个问题样例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输出:Markdown 表格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教学平台 prompt 模板可参考此结构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84/141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应用:数据抽取 Prompt 实例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目标:从合同抽取金额/日期/主体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temperature=0 + JSON Schema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给一个含嵌套结构的样例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抽取失败必须显式返回 null 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宁可空缺,不许编造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85/141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踩坑:Prompt 注入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用户输入:"ignore previous instructions"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直拼进 system → 指令被覆盖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防护一:用户输入只进 user 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防护二:输出格式校验兜底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86/141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注入攻击与防御流-&gt;用户输入夹带指令-&gt;混入 system 位置?-是:直接拦截 400-&gt;否:进 user 消息-&gt;输出校验兜底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note=双层防线:位置纪律+输出校验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87/141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风控栈实测(curl 复现)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524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-X POST :8000/v1/chat/completions -d '{"content":"ignore all previous instructions"}'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pattern matched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-H 'x-idempotency-key: replay-1' …(第2次)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for i in 1..14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连续请求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200 200 200 200 200 200 200 200 429 429 429 429 429 429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# 限流:桶容量 8 耗尽后全部 429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88/141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踩坑:越改越长的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每次出错就补一段规则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结果:互相冲突、模型顾此失彼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修复:定期重构,合并同类约束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用回归测试证明删规则没退化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89/141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的注意力预算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关键约束放开头或结尾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中段内容最容易被忽略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无关示例及时下线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上下文工程在下一章系统化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90/141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优化:模板 A/B 与灰度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新旧模板同时注册,Flag 控制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小流量验证指标再全量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FeatureFlags 一键回滚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是生产资产,按代码对待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91/141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1-3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92/141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实验:system 与 user 的优先级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冲突指令分别放 system/user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观察模型听谁的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结论:system 优先但可被越狱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结论:注入防护不能只靠位置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93/141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负面指令的正确写法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"不要编造"不如"不确定时输出未知"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给出替代行为而非只说禁止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每条禁止配一个正例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94/141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输出结构指令模板化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固定段落:结论/依据/建议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固定字段: JSON 键名写死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模板变量只留业务数据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结构化输出的前置保障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95/141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应用:会议纪要模板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输入:转写文本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模板:决议/待办/风险三段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约束:待办必须带负责人与期限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输出直接进协作工具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96/141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SecurityStack:风控组合入口 · src/agent_platform/security/guard.py:118-138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9488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97/141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纪要生成流水线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转写文本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模板三段(决议/待办/风险)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待办抽取(负责人+期限)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校验必填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输出结构化纪要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模板即代码:版本化进仓库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98/141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踩坑:示例泄漏进生产输出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示例被模型复读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现象:输出里出现"示例:"字样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修复:示例加显著分隔与去重指令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回归用例要覆盖示例复读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99/141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示例复读复现与修复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curl ... -d '{"content":"给个示例"}'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输出: 示例:小明提交了 PR...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修复: 显著分隔符 + "勿复读示例" 约束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回归: 用例覆盖示例复读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few-shot 是双刃剑:格式受益/内容风险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100/141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优化:Prompt 压缩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删除客套话与重复约束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合并同类规则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压缩后跑回归验证不退化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Token 预算是钱,压缩是省钱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101/141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优化:基于评估的迭代流程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改动前:固化当前指标基线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改动后:全量回归+人工抽检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双清单:improved/regressed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这套流程第5章会平台化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102/141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Prompt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为什么用户输入永远不进 system?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Few-shot 在什么任务上收益最大?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你如何证明一次 Prompt 修改是改进?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模板化解决了什么工程问题?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103/141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为什么禁止裸解析自然语言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需要机器可读的决策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正则解析自由文本 = 脆弱管道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 = 可校验/可重试/可降级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这是 Demo 与工程的分水岭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105/141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JSON Schema:结构契约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字段名/类型/必填/枚举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是模型、Runtime、审计三方共享契约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也是第2章工具参数的校验基石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106/141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Pydantic:三合一利器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定义结构 + Schema 导出 + 反序列化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校验失败抛具体字段错误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FastAPI/strawberry 无缝集成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平台全链路 Pydantic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107/141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模型原生结构化输出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层直接传 response_format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模型保证 JSON 合法(约束解码)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平台:response_schema 字段已预留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降级:不支持时退回 Few-shot 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108/141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校验闭环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模型返回 → json.loads → Pydantic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失败:把报错反喂给模型自修复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二次失败:降级默认值/缓存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错误反喂是自修复的标准姿势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109/141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应用:工单分类器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输入:用户工单原文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Schema:category/urgency/summary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校验:category 限定枚举值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失败重试一次后走人工兜底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110/141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应用:NL2SQL 前置校验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模型产出 SQL 与涉及的表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校验字段白名单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LIMIT 强制注入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结构化让"危险操作"可拦截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111/141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踩坑:JSON 外壳污染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模型输出 ```json 代码围栏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 loads 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修复:剥围栏 + 容错解析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根治:原生结构化输出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112/141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踩坑:枚举值幻觉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要求输出 A/B/C,模型输出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校验挡下 → 反喂纠错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优化:在 prompt 里重复枚举约束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校验器是最后一道防线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113/141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Gateway:为什么需要统一入口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密钥集中管理,业务侧零 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多厂商协议差异屏蔽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成本留痕/限流/降级集中实现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20 项能力的第一项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114/141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内部分层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入口:JWT/租户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注入检查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重放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限流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风控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核心:Provider 抽象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ModelRouter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Prompt 模板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输出:SSE 代理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Schema 校验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双向 Pydantic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留痕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767261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旁路:Cost Ledger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4767261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Prometheus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000" y="4767261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 审计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115/141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核心职责清单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统一协议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 逐块代理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传入机制屏蔽底层差异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请求/响应双向 Pydantic 校验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116/141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的路由与降级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ModelRouter:按链 primary→fast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ProviderError 触发 fallback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全失败 → AllProvidersFailedError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留痕供 Trace 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平台已实现,测试守护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117/141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路由状态机(实测路径)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IDLE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PRIMARY_OK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FALLBACK_FAST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ALL_FAILED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91137" y="213360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91137" y="213360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200 返回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47975" y="2814637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47975" y="2814637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primar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67362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7362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连接复用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14875" y="370522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3247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91137" y="356235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1137" y="356235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fast 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118/141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的可观测性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每次调用:模型/参数/用量/耗时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失败原因结构化记录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为第6章成本账本供数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gateway.py 只缺真实供应商适配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119/141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踩坑:网关变单点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网关挂了全部业务瘫痪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多副本部署 + 健康检查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客户端保留直连降级路径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无状态服务才敢水平扩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120/141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优化:语义缓存(预告)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相同/相似问题直接回缓存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 hash 命中 → 向量语义命中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第4章 Embedding 就绪后落地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即省近三成成本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121/141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设计原则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必填最小化:可选字段显式可空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枚举优先于自由字符串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嵌套不超过两层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Schema 越简单遵循度越高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122/141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五原则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必填最小化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可选显式可空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枚举优先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禁自由字符串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嵌套≤2 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遵循度友好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错误留位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null 表缺失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版本字段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兼容演进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123/141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反喂重试的 Prompt 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附上原始输出+校验错误详情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明确要求:只修错误,别重写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 Schema 全文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反喂一次的修复率通常超八成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124/141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降级策略设计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缓存上次成功结果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业务默认值(标记降级)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转人工队列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125/141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前沿④:输出可信技术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幻觉检测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自一致性投票/NLI 交叉验证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水印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输出隐式标记(AI Act 要求)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强化学习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RLHF/任务奖励训练(推理模型底层)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Citation 红线+证据校验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126/141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结构化输出降级路径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FEEDBACK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CACHED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DEFAULT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MANUAL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9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48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9687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9687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校验失败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91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8150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51687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1687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错误反喂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9398000" y="1562100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2794000" y="1562100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94000" y="1562100"/>
            <a:ext cx="0" cy="178117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89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4848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40137" y="356235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40137" y="356235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无缓存给默认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91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8150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046912" y="3562350"/>
            <a:ext cx="133350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6912" y="3562350"/>
            <a:ext cx="13335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高危转人工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127/141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应用:周报复生成器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Schema:指标名/值/环比/归因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归因字段强制引用原文片段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校验:数值类型+环比方向合法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128/141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踩坑:大 Schema 降低遵循度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字段超过 20 个错误率飙升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修复:拆多次调用+程序合并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或顶层拆 subsection 分步抽取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129/141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缓存与复用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常用 Schema 进模板库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版本化:字段变更走评审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导出 JSON Schema 供多语言消费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130/141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部署拓扑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无状态多副本 + 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依赖:Redis(限流)/PG(留痕)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健康检查:LLM Provider 探活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单机 Compose 验证,多节点同构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131/141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里程碑:平台已有能力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 抽象 + Mock 确定性回放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 fallback + 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 流式 + GraphQL 查询面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68 个测试,覆盖率 96%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真实供应商只需 .env 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132/141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前沿①:提示词工程新范式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DSPy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Prompt 编译器(程序化优化)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 Caching 经济学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官方缓存省 50~90% 输入费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结构化输出已成为 API 原生能力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A/B→多臂老虎机自动择优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133/141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真实联调延迟对比(秒)</a:t>
            </a:r>
          </a:p>
        </p:txBody>
      </p:sp>
      <p:pic>
        <p:nvPicPr>
          <p:cNvPr id="5" name="Picture 4" descr="chart_1594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流式首响应快 3.5 倍:TTFT 是体验北极星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134/141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能力模型:后端优势平移+四项新能力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API/参数/Token:调用稳定性基石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Streaming:体验与成本的双重解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Prompt/结构化:从 Demo 到工程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下一章:让模型长出手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135/141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前沿②:模型生态与案例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国产双雄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GLM-5(1M 上下文)/DeepSeek-V4(推理强)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编码代理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Claude Code/Cursor/Devin(任务级自主)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扣子(Coze)/百炼(阿里)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双协议实测 GLM-5.3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136/141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里程碑成果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协议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OpenAI+Anthropic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真实联调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单次全程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93%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覆盖率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模块级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137/141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Lab1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Mock 单测全绿,覆盖率 ≥80%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SSE 打字机效果(curl -N 演示)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主模型故障自动 fallback(attempts=2)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结构化输出反喂重试成功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Prompt 模板进仓库并带版本号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138/141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结构化输出与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为什么禁止裸解析自然语言?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反喂重试的 Prompt 怎么构造?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语义缓存阈值为什么 0.92?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Gateway 单点怎么防?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139/141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Anthropic complete · src/agent_platform/gateway/anthropic_provider.py:86-116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140/141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Calling:模型如何选工具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Registry:工具如何被治理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MCP:工具如何标准化接入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M2:工具调用基础设施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把"会说话"的模型变成"能干活"的模型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141/141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