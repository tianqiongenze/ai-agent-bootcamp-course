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决定 Agent 上限的是它看到了什么 · 里程碑 M4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2/145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Prompt Engineering 的分界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PE:写好一段指令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CE:管好整个上下文窗口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 是系统设计,PE 是文案设计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两者都要,层次不同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4/145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上下文的三重约束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长度:窗口物理上限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成本:Token 计费线性增长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注意力:长内容中间被忽略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三个约束一起做预算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ContextWindow.fit:装箱算法 · src/agent_platform/context_memory/context.py:22-46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6/145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窗口三约束量化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128k^窗口^物理上限;96k^预算^实际可用;70%^降幅^压缩实测(20→6条)|长度/成本/注意力同时做预算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物理上限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96k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实际可用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压缩实测(20→6条)|长度/成本/注意力同时做预算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7/145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Packing:进还是不进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必进:目标/关键约束/活跃任务状态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按需:检索结果/工具输出摘要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不进:全量日志/历史原始数据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留外部状态,窗口只放工作集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8/145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装配分层(预算 96k 示例)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FitReport 记录压缩比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system: 2k 全局指令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7716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优先级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0193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记忆: 4k 项目级+长期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28384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装箱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0861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检索: 16k 证据片段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39052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压缩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1529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历史: 32k 对话与观察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38350" y="52197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输出预留: 8k 生成空间|FitReport 记录压缩比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9/145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同窗内也要分优先级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关键信息放开头结尾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低优先级可压缩/外置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10/145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注意力优先级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头尾:system+最新观察(高保留);中段:历史与长引用(压缩区);外部:原始数据(不进窗)|lost-in-the-middle 实证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头尾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system+最新观察(高保留)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中段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历史与长引用(压缩区)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外部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原始数据(不进窗)|lost-in-the-middle 实证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11/145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为每类内容分配 Token 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system/记忆/检索/历史 各占多少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超配额触发压缩或淘汰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ContextWindow.fit 即装箱器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12/145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压缩策略:长文件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截断:保头保尾,丢中段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摘要:LLM 生成摘要替换原文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分段索引:需要哪段取哪段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代码相关优先 AST 结构化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13/145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压缩策略:工具结果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 JSON 只留关键字段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列表结果保留分页游标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失败结果保留错误详情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观察回灌前的标准动作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14/145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压缩策略:历史对话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保留最近 N 轮原文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更早轮次折叠为摘要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决策性内容显式保留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compress_history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15/145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无关内容稀释关键信息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错误信息引发连锁幻觉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防护:定期清理+来源标注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污染的窗口=中毒的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16/145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预算实操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例:窗口 128k,实际预算 96k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2k / 记忆 4k / 检索 16k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 32k / 输出预留 8k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余量应对突发与超估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17/145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96k 预算分配(k)</a:t>
            </a:r>
          </a:p>
        </p:txBody>
      </p:sp>
      <p:pic>
        <p:nvPicPr>
          <p:cNvPr id="5" name="Picture 4" descr="chart_5764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余量 34k 抗突发与超估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18/145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KV Cache 对成本的影响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前缀相同可复用缓存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 → 前缀命中率高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理解机制即可,不必深入实现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19/145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成本与延迟的控制组合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缓存:语义缓存减少重复调用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并发:独立任务并行发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限流:保护配额与下游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模型路由:大小模型分层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四个旋钮联合调优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20/145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Debug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记录:装了什么/丢了什么/为什么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每次压缩留决策日志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排查"模型没看到"的利器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FitReport 是它的雏形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21/145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Retrieval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从文档/代码/历史中找相关信息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检索质量决定上下文质量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详见 4-4 RAG 全链路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22/145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LiteLLM 演示路由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多供应商统一网关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fallback/日志/成本追踪开箱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与自研 Gateway 思路一致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教学对照,理解取舍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23/145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应用:代码审查的上下文装配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 diff+相关调用链+规范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不装整个仓库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审查质量与成本兼得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24/145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应用:长文档问答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先检索定位章节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只装命中段落±邻段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引用带章节定位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25/145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踩坑:一刀切截断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按字符数硬截,切在代码中间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修复:结构感知切分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函数/段落是天然边界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26/145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踩坑:摘要失真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摘要丢掉了关键约束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后续步骤全错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修复:摘要后附原文关键行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重要事实不进摘要,进记忆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27/145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优化:窗口命中率看板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各类内容占比趋势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压缩率与任务成功率相关性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数据驱动调配额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28/145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L1 容量 vs L1 命中数(30键池/6000次)</a:t>
            </a:r>
          </a:p>
        </p:txBody>
      </p:sp>
      <p:pic>
        <p:nvPicPr>
          <p:cNvPr id="5" name="Picture 4" descr="chart_6893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l1=64 已到顶:容量过小→L2 兜底多一跳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29/145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缓存优化关键数字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59.5%^混合命中率^四负载等权;+32.3%^语义层提升^绝对值;64^L1 容量^即可 100% L1 命中(30键池)|调优顺序:键归一&gt;容量&gt;TTL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59.5%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混合命中率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四负载等权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+32.3%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语义层提升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绝对值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L1 容量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即可 100% L1 命中(30键池)|调优顺序:键归一&gt;容量&gt;TTL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30/145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31/145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历史压缩:保头尾折中段 · src/agent_platform/context_memory/context.py:10-19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800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32/145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Context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三重约束分别限制什么?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哪些内容永远不进窗口?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摘要为什么会失真,怎么补?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FitReport 记录了什么?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33/145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Working Memory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当前任务的工作面板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目标/已完成步骤/工具结果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未解决问题与下一步计划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生命周期=单任务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35/145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updated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archived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destroyed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每轮循环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10425" y="2428875"/>
            <a:ext cx="11144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23912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418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步骤/观察写入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943600" y="2428875"/>
            <a:ext cx="126682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3082277">
            <a:off x="5927149" y="3971505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任务完成提炼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6010276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2550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过期清理|容量上限+淘汰策略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36/145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工作记忆四内容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当前任务北极星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已完成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步骤与结果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未解决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阻塞与疑问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风险约束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禁止事项|生命周期=单任务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37/145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当前风险与用户约束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本任务的禁止事项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用户的特殊要求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前置任务的遗留风险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38/145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约束三类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禁止项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不可触碰的操作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偏好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输出风格约定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前置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已确认的事实|显式记录,不靠模型记性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39/145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临时事实记录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本次会话确认的事实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例:构建命令/环境版本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任务结束即归档或丢弃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40/145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Scratchpad:草稿区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中间推理过程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执行状态快照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下一步计划草稿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给思考留一张纸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41/145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task_summary 恢复锚点实测,$ memory.set_short("done", "已定位根因");$ memory.task_summary();任务状态摘要;done: 已定位根因;# 上下文截断后注入新窗口→续跑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42/145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创建:任务开始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更新:每轮循环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归档:任务完成转记忆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销毁:过期任务清理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43/145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恢复锚点注入流-&gt;检测上下文截断-&gt;载入 task_summary-&gt;注入 system 尾部-&gt;继续执行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断点续跑的认知层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note=锚点=最小可恢复集|断点续跑的认知层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44/145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Agent State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State:客观事实(状态机)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Working Memory:主观认知(工作集)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 可恢复,WM 可重建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混在一起 = 恢复语义混乱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45/145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vs Agent State,维度,Agent State,Working Memory;性质,客观事实,主观认知;结构,枚举+字段,自由文本;恢复,权威源,可重建;写入,状态机迁移,每轮追加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46/145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应用:调试会话的工作集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错误堆栈摘要+已排除假设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相关文件列表+修改历史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下一步尝试清单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模型"记得"查过什么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47/145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应用:多轮表单填写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已收集字段+待收集字段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用户纠正记录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中断后凭工作集续填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48/145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踩坑:工作集无限膨胀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每轮都追加不清理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十轮后全是噪声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修复:容量上限+淘汰策略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49/145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踩坑:把 State 塞进 WM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状态机字段被当文本改写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恢复后状态非法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规则:结构化归 State,文本归 WM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50/145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优化:工作集快照进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每轮的工作集快照可回放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复盘模型"当时看到了什么"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Context Debug Report 互补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51/145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优化:跨任务继承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新任务可选继承旧任务摘要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关联任务链不断档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项目级记忆的过渡形态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52/145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53/145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Working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WM 与 Agent State 怎么分工?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Scratchpad 里放什么?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工作集膨胀怎么治?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生命周期四个阶段?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54/145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语义缓存 · src/agent_platform/shared/semantic_cache.py:44-92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55/145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短期:当前会话/任务状态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长期:跨任务的用户与经验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项目级:仓库级约定与事实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MemoryStore 三区齐备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57/145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Memory 三层体系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项目级:技术栈/构建命令/约定(随仓库);长期:偏好/历史/经验(带置信度);短期:会话与任务状态(易失)|生命周期:仓库级 &gt; 跨任务 &gt; 单会话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项目级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技术栈/构建命令/约定(随仓库)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偏好/历史/经验(带置信度)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短期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会话与任务状态(易失)|生命周期:仓库级 &gt; 跨任务 &gt; 单会话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58/145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短期记忆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载体:会话上下文+WM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内容:目标/状态/活跃事实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生命周期:会话即生命周期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丢了也不心疼的部分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59/145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3^层^短/长/项目;0.8^默认置信度^长期条目;24h^TTL^时效记忆示例|项目级随 Git 演进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短/长/项目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默认置信度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长期条目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时效记忆示例|项目级随 Git 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60/145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三层记忆对比,层,载体,生命周期,示例;短期,会话+WM,单任务,当前目标;长期,MemoryStore 检索,跨任务,用户偏好;项目级,随仓库文件,仓库级,构建命令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61/145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用户偏好:输出风格/常用操作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历史任务:成败与原因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常用工具组合与经验教训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记忆是积累出来的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62/145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长期记忆:怎么管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写入:任务结束时提炼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检索:按相关性召回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更新:矛盾记忆去旧存新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删除:过期/错误清除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63/145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记忆写入流程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任务完成:提取候选;写入校验:防污染(置信+来源);检索召回:关键词/相似;失败触发:更新过期条目;定期运营:清理低质|记忆是运营出来的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防污染(置信+来源)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检索召回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关键词/相似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失败触发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更新过期条目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定期运营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清理低质|记忆是运营出来的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64/145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来源分级:用户确认&gt;系统提炼&gt;模型推测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使用时按置信度加权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低置信不进关键决策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LongTermMemory.confidence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65/145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项目级记忆:写什么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目录结构与技术栈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构建/测试/部署命令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编码规范与常见故障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历史修复经验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Agent 的项目档案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66/145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项目记忆的载体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README/CLAUDE 类约定文件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JSON 随仓库走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版本化:随 Git 提交演进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set_project 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67/145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任务摘要与状态恢复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上下文被截断后的续命符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内容:目标/进度/关键结论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恢复时注入新上下文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task_summary() 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68/145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记忆策略对比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无记忆:每任务从零,稳定但重复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全量记忆:成本高,噪声大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检索式记忆:按需召回,平衡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对比维度:成功率/成本/延迟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69/145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search_long 检索实测,$ mem.add_long("项目约定:测试用 pytest", "wiki");$ mem.search_long("pytest");LongTermMemory(content='项目约定:测试用 pytest',confidence=0.8);# 命中按子串,生产换向量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真实输出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70/145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应用:个性化助手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记住用户称呼与偏好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记住常用报表格式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下次直接按偏好输出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71/145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应用:团队经验沉淀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故障修复过程自动提炼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相似故障直接召回方案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组织级记忆资产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72/145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经验入库流程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任务完成:提取候选经验;写入:带置信度与来源;使用:下次检索召回;修正:失败触发更新;淘汰:TTL+低置信清理|组织级记忆资产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提取候选经验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带置信度与来源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下次检索召回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修正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失败触发更新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淘汰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TTL+低置信清理|组织级记忆资产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73/145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错误结论被存成长期记忆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后续任务反复引用错误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防护:写入前校验+置信度标记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出口:定期审计清理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74/145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踩坑:记忆过时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构建命令改了记忆没更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一直用旧命令失败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防护:验证失败即触发记忆更新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75/145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优化:记忆的 TTL 与衰减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时间敏感记忆带过期时间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长期不用的衰减降权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命中才续期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76/145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优化:记忆冲突消解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新旧记忆矛盾时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规则:时间新+来源高者胜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冲突清单人工复核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77/145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78/145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三层记忆各自的生命周期?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记忆可信度怎么定级?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项目级记忆为什么随仓库走?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记忆污染如何治理?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79/145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Memory · src/agent_platform/context_memory/memory.py:14-56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80/145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的本质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检索增强生成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让模型"开卷考试"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质量取决于:找得到+排得对+引得准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82/145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全管线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平台 HybridRetriever 已实现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ingest:解析(PDF/MD/代码)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AST 分块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Embedding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存储:Milvus 向量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元数据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查询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83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检索:Hybrid 双通道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60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融合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溯源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后处理:Rerank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Citation 引用|平台 HybridRetriever 已实现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83/145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PDF/Markdown/HTML/表格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结构化文档保结构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清洗:去噪/去重/修正编码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元数据:来源/作者/时间/权限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84/145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Chunking:固定与段落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固定长度:简单,边界粗暴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按段落:自然边界,长度不均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重叠 Overlap:边界信息保双份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通用文档从段落起步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85/145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分块策略六法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固定长度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简单边界粗暴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按段落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自然边界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按标题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语义分块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主题切分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 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函数/类边界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重叠 Overlap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边界保双份|代码语料必须 AST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86/145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Chunking:标题与语义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按标题层级:结构文档友好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语义分块:按主题切,效果最好成本高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Chunk Metadata:继承文档元数据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元数据是过滤与引用的根基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87/145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Chunking:代码 AST 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按函数/类切,边界天然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保留签名与层级关系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引用可到 文件:行号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RAG 的正确姿势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88/145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维度/语言支持/召回质量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领域适配:代码 vs 通用文本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一致性:索引与查询必须同模型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换模型=全量重建索引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89/145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BM25:IDF 打分实现 · src/agent_platform/context_memory/rag.py:60-84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90/145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向量数据库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FAISS:轻量本地,教学友好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Milvus:分布式生产主流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Chroma:轻量嵌入式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已备 Milvus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91/145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BM25 与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词频-逆文档频率经典算法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代码/术语类查询强项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ES:生产级全文检索生态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向量不是万能,别丢关键词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92/145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Search 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向量:语义相似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BM25:精确术语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融合:RRF 倒数排名融合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93/145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Hybrid+RRF 融合流程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用户查询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关键词通道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向量语义通道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倒数融合 1/(60+rank)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top-k 证据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via 字段标注命中通道:bm25/vector/both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94/145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Metadata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先按元数据过滤再检索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权限/时间/文档类型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多租户检索的必备能力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95/145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口语化问题 → 检索友好表达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补全省略的主语与上下文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同义扩展提高召回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96/145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查询改写流水线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RAG 入口第一环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口语问题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补全省略成分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规范检索表达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同义扩展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双通道检索|RAG 入口第一环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改写质量直接决定召回上限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97/145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复合问题拆成子问题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分别检索分别回答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汇总时保留子问题结构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98/145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查询澄清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模糊问题先反问用户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避免答非所问浪费检索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对话式检索的必要环节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99/145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澄清对话时序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澄清器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模糊提问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49237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歧义判定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1750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反问澄清项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385762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用户补充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45402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4973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325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重写查询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222875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检索回答|答非所问=最大浪费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100/145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Cross-Encoder 精排:准但慢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Rerank:可解释,成本高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候选 top50 → 精排 top5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粗排召回,精排保质量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101/145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查询时序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22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22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147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Hybrid 检索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247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47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Rerank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772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LLM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33500" y="18097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62902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125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口语问题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14750" y="26289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1375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检索友好表达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34480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839152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2625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top50 候选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77250" y="42672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3875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精排 top5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回答+文件行号引用|Citation 是红线:无证据=幻觉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102/145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检索后处理:压缩与筛选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命中段落太长 → 只留相关句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多源冲突 → 标注并择优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证据筛选决定答案质量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103/145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Citation:引用是红线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回答必须带来源引用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文件:行号 / 文档:章节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无证据的结论 = 幻觉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RAG 引用走 source 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104/145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检索实测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retriever.search("鉴权 登录 auth", k=2);ScoredChunk(id='auth-1', score=0.031, via='both');ScoredChunk(id='auth-2', score=0.019, via='bm25');# via=both:双通道同时命中,排序第一;# 引用输出:auth.py + 行号|tests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retriever.search("鉴权 登录 auth", k=2)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ScoredChunk(id='auth-1', score=0.031, via='both')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ScoredChunk(id='auth-2', score=0.019, via='bm25')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via=both:双通道同时命中,排序第一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引用输出:auth.py + 行号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105/145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答案与证据一致性校验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反向检查:结论能从证据推出吗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辅助一致性评分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 → 重答或拒绝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106/145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证据校验流(反幻觉)-&gt;抽取结论-&gt;定位支撑证据-&gt;蕴含判断(可推出?)-&gt;一致:放行/不一致:重答或拒答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Citation 红线的执行器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note=无证据的结论一律拦截|Citation 红线的执行器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107/145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评估四指标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召回率:该找到的找到了吗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命中率:top-k 里有正确答案吗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答案正确率:最终答对了吗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幻觉率:无证据结论占比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纳入第5章 Eval 体系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108/145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四类负载缓存命中率实测(%)</a:t>
            </a:r>
          </a:p>
        </p:txBody>
      </p:sp>
      <p:pic>
        <p:nvPicPr>
          <p:cNvPr id="5" name="Picture 4" descr="chart_2486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命中率上限=稳态重复占比:键归一化&gt;扩容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109/145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110/145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混合检索的工程实现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两通道并行打分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RRF:1/(K+rank) 融合,K=60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via 字段标注命中通道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单测可查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111/145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SemanticCache:精确+语义双段 · src/agent_platform/shared/semantic_cache.py:44-88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07" y="762000"/>
            <a:ext cx="6850585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112/145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前沿①:RAG 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检索器作为工具被 Loop 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GraphRAG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知识图谱+社区摘要(全局问题)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Contextual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块级上下文预生成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长上下文≠免检索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成本仍 10x+|企业案例:百炼企业知识库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113/145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语义缓存命中:仅精确 vs +语义层(%)</a:t>
            </a:r>
          </a:p>
        </p:txBody>
      </p:sp>
      <p:pic>
        <p:nvPicPr>
          <p:cNvPr id="5" name="Picture 4" descr="chart_3579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+32.3% 绝对提升:τ=0.92 相似度+键归一化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114/145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RRF 双通道融合 · src/agent_platform/context_memory/rag.py:106-125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213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115/145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代码语料为什么必须 AST 分块?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Hybrid 为什么优于单一向量?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Rerank 在管线的哪个位置?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四个评估指标怎么组合看?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116/145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的定义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 LLM 消费优化的知识库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RAG 的关系:RAG 的知识源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结构化+版本化+可溯源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118/145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前沿②:记忆与知识新范式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记忆写入/检索/遗忘自治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向量库→混合库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向量+图+倒排一体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课程记忆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技能库即长期记忆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MemoryStore 三层已对齐|LangSmith/AgentOps=记忆可观测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119/145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与传统知识库的差异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传统:给人看,重呈现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Wiki:给模型看,重可解析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明确断言代替模糊描述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写作视角从"读者"换成"检索器"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120/145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vs 传统知识库,维度,传统知识库,LLM Wiki;读者,人类浏览,模型检索消费;写作,重呈现排版,重可解析断言;版本,页面级,条目级+时效;引用,页面链接,条目+行级溯源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121/145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知识分类体系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制度/产品/技术/调研/项目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每类不同更新频率与权限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分类即检索的过滤器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122/145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知识更新留历史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引用可指定版本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避免用过期内容作答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123/145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来源追踪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保留:作者/时间/引用路径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回答可溯源到原始文档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审计与信任的基石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124/145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知识维护运营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定期清理:重复/过期/冲突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质量评分:完整性/可信度/时效性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低质知识下线流程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知识库是运营出来的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125/145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不同用户/部门/Agent 可见范围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检索层强制过滤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Metadata Filter 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126/145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代码库+文档双索引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AST/文件级分块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向量+BM25 混合检索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Rerank + 文件行号引用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127/145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双索引体系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代码索引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AST 分块+符号元数据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标题分块+来源追溯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联动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查询时双路并发|引用到 文件:行号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128/145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运行时能力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长文件摘要+工具结果压缩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项目级记忆注入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可恢复任务摘要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全部平台已实现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129/145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典型任务①:鉴权链路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问:该项目的鉴权链路是怎样的?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检索:auth 相关代码+文档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回答:调用链+文件行号引用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平台测试语料可复现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130/145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检索+引用输出实测,Q: 该项目的鉴权链路是怎样的?;检索: auth.py(3 命中) middleware.py(2);回答: 入口 middleware 拦截 → auth.py 校验;引用: src/auth.py:42-58, middleware.py:11;# 文件+行号引用是交付标准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语料复现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语料复现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131/145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典型任务②:影响面分析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问:新增支付渠道要改哪些模块?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检索:支付相关代码+接口文档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回答:模块清单+改动建议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132/145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典型任务③:异常根因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问:这个异常的根因是什么?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检索:异常类+历史修复经验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回答:根因分析+代码证据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记忆与检索联合发力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133/145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异常问答实测,Q: 这个 TimeoutError 的根因是什么?;检索: 异常类(2)+历史修复(1);回答: 第三方超时未设+重试缺失;引用: services/pay.py:88, wiki/fixes.md#12;# 记忆与检索联合发力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语料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语料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134/145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踩坑:索引滞后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代码改了索引没更新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检索结果误导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防护:提交钩子触发增量索引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135/145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增量索引钩子时序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git hook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索引器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commit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变更文件集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AST 增量重嵌入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58500" y="42672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1344276" y="42243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1430000" y="42672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1387138" y="43910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0858500" y="44767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0858500" y="44338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0" y="40005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版本标记更新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0863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845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秒级完成|提交即索引,消灭滞后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136/145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踩坑:检索词与语料脱节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用户问"登录",语料写"认证"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向量部分缓解,术语仍失配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优化:同义词表+Query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137/145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优化:索引的分层更新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高频变更:代码索引实时增量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低频变更:文档索引定时全量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成本与新鲜度平衡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138/145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优化:检索质量回归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条典型问题+期望命中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每次管线变更跑回归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指标进第5章 Eval 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139/145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检索回归四指标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召回率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该找到的找到没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命中率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top-k 含正确答案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引用准确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引用支持结论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无证据结论占比|管线每次变更全量回归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140/145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CE:预算/压缩/Debug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WM:任务工作面板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Memory:三层+可信度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RAG:混合检索+引用红线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下一章:协作与质量护城河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141/145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Lab4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三个典型问题全带文件引用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压缩后 Token 下降可量化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项目记忆注入行为改善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混合检索命中双通道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Context Debug Report 可输出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142/145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 前沿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Agentic RAG 与管线式 RAG 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GraphRAG 适合哪类问题?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记忆如何防污染?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检索回归四指标如何组合?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143/145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144/145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的天花板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Multi-Agent 协作模式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Eval:用数据证明变好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M5:Multi-Agent&amp;Eval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从能干到可信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145/145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