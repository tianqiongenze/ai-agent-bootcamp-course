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工具治理与安全边界 · 里程碑 M2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2/141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本章问题域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模型会说,但不会做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目标:让模型安全地"用手干活"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三层:机制(FC)/治理(Runtime)/协议(MCP)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对应工程:src/agent_platform/tools/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4/141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Runtime 全景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注册:Tool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执行:权限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62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Schema 校验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510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超时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3950" y="2224087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重试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审计:InMemory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 适配(降级)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哈希链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外部:MCP Client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文件/DB/GitHub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5/141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模型不执行任何代码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只输出"我想调 toolX,参数是{...}"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执行权永远在 Runtime 手里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意图与执行分离是安全的第一性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6/141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一次工具调用的完整时序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① 请求携带工具定义清单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② 模型返回 tool_calls 意图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③ Runtime 校验并执行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④ 结果以 role=tool 回灌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⑤ 模型基于结果继续推理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7/141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工具实现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审计总线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tool_calls 意图+参数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校验+执行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4480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ToolResult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42672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事件落盘(脱敏)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0863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7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role=tool 回灌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8/141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工具定义的七要素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name:唯一且动词化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description:给模型看的说明书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parameters:JSON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返回/错误结构约定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权限等级 + 风险等级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描述写不好,模型就选错工具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9/141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工具契约七要素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动词化唯一名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给模型看的说明书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JSON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返回结构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Output Schema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错误结构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Error Schema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权限等级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READ/WRITE/DANGEROUS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10/141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三份契约:Input/Output/Error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Input Schema:参数合法性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Output Schema:结果可消费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Error Schema:失败可处理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契约三方共享:模型/Runtime/审计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11/141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三契约卡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Input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参数类型/必填/范围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Output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结果结构可消费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Error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失败可程序处理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12/141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工具选择机制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模型按任务语义匹配工具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依据:name + description + 参数说明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多工具相似 → 选择抖动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缓解:描述差异化 + few-shot 示范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13/141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装饰器:签名派生 Schema · src/agent_platform/tools/runtime.py:76-108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14/141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模型选工具流程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任务语义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匹配 name+description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生成参数(遵循 Schema)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Runtime 校验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观察回灌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描述写不好=选择抖动:描述是给模型看的 Prompt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15/141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模型不选工具怎么办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描述太抽象,模型没信心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参数必填太多,模型绕开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优化:拆细工具 + 简化必填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工具设计是 Prompt 设计的一部分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16/141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工具治理全景图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 → 权限 → 执行 →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超时/重试/降级/恢复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全链路留痕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第2章代码就是这张图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17/141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ToolExecutor 六步管线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取 Spec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enabled 检查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权限判定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参数校验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超时执行(wait_for)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审计落盘(脱敏)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任一步失败都有结构化出口,绝不静默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18/141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应用:天气查询工具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name=get_weather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参数:city(string,必填)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风险:READ,人人可调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平台测试用它演示全流程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19/141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get_weather 端到端实测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executor.execute("get_weather", {"city": "Beijing"})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ToolResult(ok=True, output='sunny::Beijing', latency_ms=0.4)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AuditEvent(tool='get_weather', args={'city':'Beijing'})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READ 工具+agent 角色:直接放行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20/141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应用:订单查询工具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参数:order_id+权限透传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只能查自己有权的订单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返回脱敏后的订单摘要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工具内部也要做数据权限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21/141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踩坑:让模型生成 SQL 直接执行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事故:NL2SQL 删了生产表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教训:SQL 是高危工具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防护:只读账号+白名单+审计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更优:封装业务查询工具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22/141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踩坑:参数幻觉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 order_id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只保类型不保真实性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防护:业务层存在性校验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反馈错误让模型重选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优化:工具描述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description 观察选择准确率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构造工具选择评测集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准确率纳入回归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工具选择率是第5章核心指标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24/141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优化:并行工具调用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模型一次返回多个 tool_calls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无依赖的调用并发执行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有依赖的串行编排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延迟立减,审计要按序落盘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25/141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平台工程对照:装饰器注册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@tool 从函数签名派生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秒注册一个生产级工具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类型注解即文档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26/141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27/141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装饰器:签名即 Schema · src/agent_platform/tools/runtime.py:78-108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28/141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Function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为什么模型永远不直接执行工具?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工具描述里最影响选择准确率的是什么?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参数幻觉如何兜底?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并行调用的前提条件是什么?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29/141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工具的"应用商店"后端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注册/发现/元数据/分类/版本/启停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模型看到的工具清单从这里出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31/141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六项能力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register(spec,fn)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关键词检索 discover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业务域/负责人/依赖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业务/读写/风险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升级走审批灰度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启停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热下线不发版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32/141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注册:一行代码的仪式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register(spec, fn) 收录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重名即冲突,防误覆盖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spec 与实现强绑定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平台在测试里演示全套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33/141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发现:让 Agent 找到工具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按关键词搜名称与描述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按分类/风险过滤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只暴露 enabled 的工具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discover("天气") 立即可用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34/141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discover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reg.discover("天气")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ToolSpec(name='get_weather', risk=READ)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reg.discover("删除")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(空)  # 已 disable 的不出现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只返回 enabled:下线即刻生效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35/141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元数据:超越函数签名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业务域/负责人/依赖服务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所需密钥与外部资源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文档链接与变更记录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元数据是治理的原料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36/141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分类维度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业务类型:查询/写入/通知/计算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读写属性:READ/WRITE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风险级别:READ/WRITE/DANGEROUS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一个工具可有多分类标签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37/141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工具三维护分类,业务域,读写属性,风险级别;查询类,READ,低;写入类,WRITE,中;运维类,WRITE/高危,高;数据销毁,DANGEROUS,极高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38/141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变更必须升版本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兼容旧参数一个周期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灰度:新旧版本并存按流量切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同思路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39/141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工具版本生命周期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Schema+实现绑定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上架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审批+文档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灰度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10% 流量验证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全量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健康分达标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下线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一键热禁用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40/141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依赖声明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该工具依赖哪些服务/密钥/DB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启动时健康检查依赖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 → 工具自动禁用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避免运行时才发现不可用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41/141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工具依赖拓扑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工具层:search_code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query_db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send_mail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服务层:Milvus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338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1338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8625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PG 只读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270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27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510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网关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1550" y="2343150"/>
            <a:ext cx="207645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9155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43950" y="2343150"/>
            <a:ext cx="180975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CI Runner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43575" y="35242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43575" y="35242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574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凭据层:DB 密钥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API Key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373380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SMTP Token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42/141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启停管理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高危/异常工具一键下线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下线是热操作,不发版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Runbook 标配动作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disable()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43/141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应用:企业工具目录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搜索/查库/发邮件/生成报表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每个工具标注风险等级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新工具走上架审批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工具目录即治理抓手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44/141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应用:动态工具装配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按任务挑 5~10 个相关工具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避免全量注入挤占上下文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工具越多选择准确率越低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Harness 复用此能力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45/141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踩坑:共享可变状态污染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平台真实事故:disable 直接改共享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一个测试下线工具,后续测试全挂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修复:启停状态收归 Registry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教学价值:隔离边界要画清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46/141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测试污染事故复盘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disable 改共享 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51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812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812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764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后续 3 个权限测试连环假失败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64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58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719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719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671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单跑全绿/全量必红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1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865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626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626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578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78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可变共享状态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772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533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533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85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修复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启停收归 Registry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回归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加隔离用例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47/141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踩坑:描述与实现漂移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文档说只读,实现里写了库表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防护:CI 扫描写操作关键词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治本:权限模型以代码为准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48/141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优化:工具选择评测集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条任务→期望工具标注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描述改动跑一遍评测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选择准确率纳入 CI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49/141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优化:工具的幂等设计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同参数重复调用结果不变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支持重试而不副作用翻倍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非幂等工具强制人工确认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50/141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优化:慢工具降级路径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预测耗时&gt;阈值的工具给降级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返回近似结果+标记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保证 Agent 主链路不断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51/141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52/141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 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教学版:内存 dict,重启即空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生产版:PG 表+Redis 缓存清单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关键:变更走审批留版本记录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平台接口不变,实现可替换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53/141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发现的排序策略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命中多个时按什么排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相关度+健康分+风险偏好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只读场景优先 READ 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排序直接影响模型选择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54/141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工具的灰度发布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新版本先 10% 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观察成功率与参数错误率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达标全量,异常一键回退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与第6章 FeatureFlags 同机制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55/141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应用:多团队工具共建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平台组维护通用工具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业务组维护领域工具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命名空间隔离+上架审批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避免"工具打架"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56/141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踩坑:发现接口被滥用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业务直查 Registry 绕过模型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绕过了权限与审计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治理:发现仅服务 Agent 装配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57/141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自动对账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对比文档描述与代码签名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不一致即红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描述漂移的自动化防线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58/141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优化:工具依赖拓扑图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依赖声明生成可视化拓扑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上游故障快速定位影响工具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Runbook 联动禁用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59/141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Tool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工具下线为什么必须是热操作?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版本升级的兼容窗口怎么定?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动态装配为什么不全量注入?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你如何验证工具描述改好了?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60/141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 · src/agent_platform/tools/runtime.py:196-236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75" y="762000"/>
            <a:ext cx="745504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61/141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治理四道防线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参数校验:挡脏数据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权限分级:挡越权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人工确认:挡高危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审计回放:事后可追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ToolExecutor 即四道串联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63/141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参数校验:Schema 即法律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Pydantic 严格校验类型/必填/范围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拒绝多余字段(防注入)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错误信息结构化返回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校验失败不进执行,直接审计留痕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64/141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权限模型:RBAC 三角色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readonly:仅 READ 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agent:READ + 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admin:全部(含 DANGEROUS)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身份透传:用户权限决定工具权限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65/141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RBAC 风险矩阵,角色,READ 工具,WRITE 工具,DANGEROUS 工具;readonly,✓,✗,✗;agent,✓,✓,需确认凭据;admin,✓,✓,需确认凭据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66/141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高危工具:确认凭据制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DANGEROUS 一律拒 readonly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执行必须带 confirmed=True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drop_database 演示拦截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无确认执行=安全事故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67/141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工具调用状态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PERMIT_OK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EXECUTING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AUDITED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REJECTED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TIMEOUT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9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权限通过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61175" y="2124075"/>
            <a:ext cx="17049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1175" y="2124075"/>
            <a:ext cx="17049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wait_for 执行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80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93551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36025" y="2805112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6025" y="2805112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超时降级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非相邻转移:EXECUTING → AUDITED  PENDING → REJECTED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68/141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工具白名单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场景级白名单:客服场景只开放查询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白名单外静默拒绝+审计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白名单变更走审批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69/141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表级权限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强制 LIMIT 与超时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 DDL/DML 关键词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全部 SQL 进审计日志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70/141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SQL 四道闸实测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只读账号: SELECT only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表级权限: business_ro 白名单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强制 LIMIT 1000 + 超时 3s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DDL/DML 关键词静态拦截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全部 SQL 进审计(哈希链防篡改)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NL2SQL 永远不直连生产写库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71/141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命令白名单机制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禁用 sudo/dd/shutdown 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危险模式硬拦截(rm -rf 变体)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Sandbox 详细展开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72/141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人工确认机制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状态挂起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确认内容:做什么/影响什么/代价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第3章状态机原生支持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73/141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HITL 确认时序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状态机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遇 DANGEROUS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waiting_approval+说明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17500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approved(confirmed=True)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3857625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放行执行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rejected(默认)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取消分支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74/141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调用队列与依赖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多工具调用:顺序/依赖管理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有依赖按拓扑序执行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失败传播策略:中止或跳过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75/141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审计日志:记什么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工具名/版本/参数(脱敏)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权限判定结果与耗时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成功失败/重试次数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 串起全链路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76/141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审计事件实测(JSON)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executor.execute("query_user", {"api_key":"sk-xxx","q":"joel"})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AuditEvent(event_id="e1", run_id="r6", tool="query_user",args={"api_key": "***MASKED***", "q": "joel"}, ok=True)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mask_args 声明的字段在审计层统一脱敏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meta.chain_hash 哈希链防篡改(v1.3)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77/141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敏感数据脱敏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mask_args 集合声明敏感字段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值替换 ***MASKED***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平台实测:api_key 不落日志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生产红线:PII/Key 永不落盘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78/141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审计安全三道数字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密钥泄露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审计日志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脱敏字段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mask_args 机制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79/141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超时与失败恢复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wait_for 硬超时,防挂死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失败返回结构化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策略:重试/参数修正/降级/人工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工具异常不允许拖垮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80/141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应用:工单系统权限矩阵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客服角色:查工单/查知识库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组长角色:+改派/退款(确认)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管理员:+删除数据(高危)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一张表管理所有边界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81/141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踩坑:审计没接 Pulsar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教学版 InMemory 重启即失忆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生产必须落库/落消息队列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 PulsarAuditBus 已就绪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旁路降级:失败计数不阻塞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82/141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踩坑:重试放大副作用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邮件工具重试=重复群发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治理:非幂等工具禁自动重试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或引入幂等键去重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83/141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优化:审计的实时风控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审计流实时分析异常模式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单位时间高危调用超阈值→告警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自动降级为只读模式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84/141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优化:权限即代码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权限矩阵进 Git 版本化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变更走 PR 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 校验角色-风险覆盖关系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85/141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86/141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执行管线:权限→校验→超时→审计 · src/agent_platform/tools/runtime.py:200-232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87/141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治理与安全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四道防线各拦住什么?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 DANGEROUS 需要确认凭据?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非幂等工具的重试原则?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脱敏应该在哪一层做?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88/141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 Context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连接模型与外部工具/资源的标准协议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Client/Server 架构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Anthropic 开源,已成行业趋势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90/141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前沿①:MCP 生态演进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Streamable HTTP 取代 stdio 为主流传输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目录化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一次接入处处复用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企业网关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集中鉴权/审计/配额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PulsarAuditBus+三层权限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91/141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调用时序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外部资源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发现工具清单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492375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tools/call(参数)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1750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1321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执行(受白名单约束)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683500" y="385762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7683500" y="381476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结果+元数据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08500" y="45402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4508500" y="44973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结构化返回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222875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7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观察回灌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92/141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FC 与 MCP 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Calling:模型怎么选工具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MCP:工具怎么标准化接入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一个管意图,一个管生态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两者互补而非竞争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93/141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Tools:可执行的函数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Resources:可读的数据源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Prompts:预置提示模板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 Server 同时暴露三类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94/141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default_registry:四工具装配 · src/agent_platform/api/deps.py:9-30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95/141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三大能力卡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可执行函数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可读数据源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预置提示模板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96/141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vs 传统 HTTP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自描述:发现而非硬编码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标准化:一次接入处处可用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会话化:连接复用与状态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更适合 Agent 的动态场景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97/141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生态接入层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Agent 运行时:Loop+Decider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发现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MCP Client:发现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连接池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495674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MCP Server 群:文件系统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338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338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6250" y="3495674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数据库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270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5100" y="3495674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GitHub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1550" y="3495674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9155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43950" y="3495674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内部 API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治理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治理:白名单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010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脱敏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98/141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架构位置:防腐层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 Client 藏在 Runtime 后面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上层不感知 Server 差异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挂了 → 工具自动摘除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DDD 防腐层的教科书案例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99/141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接入:文件系统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能力:列目录/读文件/搜索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治理:路径白名单映射到 Sandbox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场景:Codebase Agent 的眼睛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100/141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接入:数据库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能力:只读查询/Schema 内省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治理:只读账号+审计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禁止直连生产写库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101/141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接入:GitHub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能力:仓库/Issue/PR 读写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治理:Token 最小权限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场景:软件工厂的 DevOps 集成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102/141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接入:内部 HTTP 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包装内部 API 为 MCP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复用现有鉴权与限流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新工具零改造上架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103/141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权限控制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级:可连接哪些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工具级:可调用哪些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参数级:路径/表名白名单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三层收敛,默认拒绝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104/141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PulsarAuditBus:异步安全投递 · src/agent_platform/tools/pulsar_audit.py:56-88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105/141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三层权限收敛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Server 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可连接白名单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可调用子集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参数级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路径/表名白名单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106/141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MCP 审计与连接管理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连接生命周期:握手/心跳/断开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工具调用全部过统一审计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断线自动重连+退避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PulsarAuditBus 同一出口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107/141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前沿②:Agent 安全框架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OWASP LLM Top10(2025 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提示注入/敏感泄露/供应链/越权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服务账号+短期凭证(M2M)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审计防篡改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哈希链(平台已实现)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等保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日志留存≥6 个月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108/141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连接生命周期时序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连接池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MCP Server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握手+能力协商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心跳保活(15s)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断线检测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指数退避重连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连接释放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109/141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 Server 组合任务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读需求文档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数据库 Server 查订单数据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GitHub Server 提修复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跨 Server 编排=Agent Loop 的活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110/141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 MCP Server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Agent Loop:任务分解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38825" y="2014537"/>
            <a:ext cx="514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8825" y="2014537"/>
            <a:ext cx="514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文件 Server:读需求(路径白名单)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838825" y="3286124"/>
            <a:ext cx="514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8825" y="3286124"/>
            <a:ext cx="514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DB Server:查数据(只读)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GitHub Server:提 PR(Token 最小权)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111/141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踩坑:Server 版本漂移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Server 升级后工具签名变了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参数错误率飙升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防护:接入时快照工具清单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变更告警+回归评测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112/141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踩坑:权限过大陷阱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 Server 默认给全盘读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应最小化:只挂需要的根目录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与第3章 Sandbox 联动收敛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113/141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优化:连接池与复用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 Agent 共享 Client 连接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心跳保活+惰性重连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连接数纳入监控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114/141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优化:工具清单缓存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发现结果缓存+版本标记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失效:连接重建时刷新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减少冷启动延迟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115/141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116/141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解决了 FC 没解决的什么问题?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Tools/Resources/Prompts 各举一例?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三层权限收敛如何设计?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升级的风险如何防控?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117/141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集成目标:一张运行时全景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Registry 统一注册与发现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FC 集成:模型意图 → 执行管线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校验/权限/审计/超时全链路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MCP 统一外部接入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贯穿 + CLI 调试入口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119/141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Runtime 执行管线源码走读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execute() 六步:取spec→enabled→权限→校验→超时执行→审计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每一步失败都有结构化出口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 ToolExecutor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120/141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调试入口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list:列出全部工具与风险等级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call:命令行直接调工具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脱离模型单独验证工具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工具先行测试,再接模型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121/141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CLI 工具调试实测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9527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aep tools list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get_weather [read] search_code [read]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run_test [write] drop_table [dangerous]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aep tools call get_weather --city BJ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sunny::BJ  (latency 0.4ms)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工具先单测,再接模型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122/141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Trace:工具调用全链路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选择(模型意图)→ 参数生成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校验 → 权限 → 执行 → 返回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 span 可视化(第6章展开)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Span 树已支持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123/141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Trace 链路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选择:模型意图(span)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串联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参数:Schema 校验(span)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计时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执行:wait_for 超时(span)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归档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审计:脱敏落盘(span)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124/141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应用:客服工具包全流程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查订单(READ)直接过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退款(WRITE)要 agent 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删除记录(DANGEROUS)人工确认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一个场景走完三道权限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125/141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应用:数据分析工具包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查询(只读 SQL 白名单)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生成图表(写临时文件)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发送报告(外发,需确认)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 Runtime 不同工具包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126/141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分析工具包编排-&gt;查询(只读 SQL 白名单)-&gt;生成图表(写临时区)-&gt;发送报告(外发,确认)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note=同一 Runtime 不同工具包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127/141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踩坑:执行器吞异常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except Exception 返回 None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模型以为成功,继续错误推理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修复:失败必须结构化上抛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ToolResult.ok 永远显式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128/141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踩坑:超时值拍脑袋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 30s 对慢工具不够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对快工具又太长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优化:按工具画像配置 P99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超时也是审计字段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129/141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优化:工具调用缓存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 60s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相同参数直接回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命中率进监控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第6章四级缓存的 L4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130/141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优化:审计批量上报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单条上报吞吐不够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攒批+超时双触发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Pulsar 生产端批量发送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131/141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优化:工具健康分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成功率/延迟/超时率加权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低于阈值自动下线告警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恢复后自动重新启用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132/141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健康分三级响应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降权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成功率 90~95% 减流量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下线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&lt;90% 自动禁用+告警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探活连续通过后重启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133/141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实战指引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5 个业务工具(含1高危)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readonly 调写工具→被拒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高危无确认→被拒,确认后通过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api_key 参数全程脱敏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验收清单见下一页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134/141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MCP 与集成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MCP 与 FC 的分工边界?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三层权限如何收敛?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Server 版本漂移如何防控?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CLI 调试为何要先于接模型?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135/141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MCP deps · src/agent_platform/api/deps.py:9-34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136/141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M2 里程碑数字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工具模块单测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执行管线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RBAC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高危拦截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137/141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机制:意图与执行分离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Registry:工具的治理中枢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治理:四道防线缺一不可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MCP:生态接入的标准化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下一章:工具串成长程任务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138/141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第2章成果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视觉页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本章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组件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图形类型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图/讲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全课程均值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139/141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Lab2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discover 命中预期工具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readonly 调 WRITE 被拒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DANGEROUS 无确认被拒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审计事件可在消费端核对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非法参数被 Schema 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慢工具超时降级不挂死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140/141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单轮调用不够:需要多步执行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Loop 与 9 态状态机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Sandbox:安全执行环境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M3:Codebase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让工具调用"连续作战"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141/141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