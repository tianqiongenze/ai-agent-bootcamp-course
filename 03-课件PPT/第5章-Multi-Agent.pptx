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协作架构与质量护城河 · 里程碑 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先问要不要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不是所有任务都需要团队作战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能做就别上多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每多一个 Agent 多一份成本与风险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复杂度是成本,不是勋章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4/142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 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目标明确、步骤较短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上下文集中,工具链简单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例:单文件修复/单问题问答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多数日常任务是单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5/142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单/多 Agent 决策卡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目标明确/步骤短/上下文集中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多视角/大规模/多源聚合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判据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一个窗口装得下吗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 Agent = 多倍 Token|先问要不要,再问怎么做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6/142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Multi-Agent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多视角:代码审查/研究分析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大规模:安全扫描/性能诊断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报告生成:多源信息聚合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一个窗口装不下的任务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主控:拆解/调度/收集/决策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工人:只管自己的子任务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类比:技术经理与团队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SupervisorAgent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8/142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协作拓扑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asyncio.gather 实现十万级并发原语同款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主控 Agent:任务拆解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决策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拆解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83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并行 Worker:Architecture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72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60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Security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49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Performance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并行执行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支撑:结果聚合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冲突仲裁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证据保留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聚合仲裁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约束:超时隔离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Token 预算|asyncio.gather 实现十万级并发原语同款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9/142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Planner/Executor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出计划,Executor 干活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适合长程任务解耦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计划修订回流 Planner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Planning 的多体化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10/142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冲突检测与仲裁:aspect 分组 · src/agent_platform/multi_agent/supervisor.py:96-118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11/142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计划-执行时序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Planner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完整计划清单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执行结果回传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偏差→修订计划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新步骤下发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全部完成汇总|计划是文档不是契约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12/142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Reviewer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独立审查 Agent 复核结果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降幻觉/降遗漏/降错误结论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成本:多一次调用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高危任务必配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13/142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审查回流时序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Reviewer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产出结果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833687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790825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547937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问题清单(证据)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85762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81476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857624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981450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406717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402431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590924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主控裁决(采纳或打回)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838699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打回则修正再审|多一次调用=少一轮线上事故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14/142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并行与串行执行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独立子任务并行 gather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有依赖按拓扑串行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平台:asyncio.gather+超时隔离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延迟数量级改善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15/142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隔离机制三件套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上下文隔离:各自窗口,防互相污染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工具隔离:按需分配工具集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权限隔离:默认只读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防止一个 Agent 学坏带坏全场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16/142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三重隔离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各自窗口防污染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默认只读+预算|一个学坏不带坏全场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17/142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成本与超时控制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 Subagent 设:最大时长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最大调用次数与 Token 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超限熔断,不影响全局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min(task.timeout, supervisor.timeout)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18/142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冲突处理策略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结论不一致 → 主 Agent 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依据:证据数量/来源可信度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平局或高风险 →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平台按证据数仲裁可复现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19/142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仲裁三策略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证据数量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多者胜(平台默认)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来源可信度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高者优先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平局/高危必走|仲裁结果+理由均留痕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20/142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应用:可维护性分析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架构/测试/安全/性能四视角并行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合并去重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输出重构建议清单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主任务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21/142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应用:安全扫描流水线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扫描器工具+审查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误报复核角色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输出带证据的漏洞报告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22/142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踩坑:多 Agent 互相污染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共享可变全局状态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一个改错全场崩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治理:不可变传递+显式聚合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 spec 污染事故同源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23/142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踩坑:子任务范围失控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自行扩大任务边界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修复:goal 精确+allowed_tools 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超范围调用直接被权限拦截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24/142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优化:Worker 池复用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常驻 Worker 处理同类任务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池化监控与弹性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25/142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优化:分层预算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全局预算 → 子任务配额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超支自动收敛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防止单任务吃光团队预算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26/142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27/142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的仲裁实现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conflicts:Conflict(field_name=aspect)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裁决:max(证据数, worker 名)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arbitrated_verdict 进报告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单测覆盖冲突与平局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28/142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委托与仲裁时序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Supervisor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SubagentTask(aspect=verdict)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SubagentTask(aspect=verdict)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结论甲(evidence×1)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结论乙(evidence×3)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冲突检测→证据多数仲裁=结论乙|同 aspect 分歧才算冲突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29/142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实装要点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六角色=六个 Worker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内部只做本视角分析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必须带文件/数据来源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的开发任务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30/142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Supervisor:并行+超时隔离+仲裁 · src/agent_platform/multi_agent/supervisor.py:84-110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31/142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Multi-Agent 模式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三个协作模式各自的适用条件?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隔离三件套防什么?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冲突仲裁为什么按证据数?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什么时候必须人工仲裁?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32/142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任务目标/输入上下文/可调用工具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权限边界/预期输出/输出格式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超时限制/评价标准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缺一项就是糊涂账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34/142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隔离三卡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只看本任务裁剪集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 subset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Token+时长双上限|受限的完整代理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35/142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委托下发流-&gt;明确八要素-&gt;裁剪上下文-&gt;分配工具白名单-&gt;下发(带超时)-&gt;并行执行-&gt;回收结果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note=默认只读:写操作单独授权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36/142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委托输出格式对比,格式,优点,缺点;JSON,程序化聚合最稳,人读性差;Markdown,人读友好,解析脆弱;字段+MD 正文,两全其美,Schema 稍复杂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37/142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委托八要素卡片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任务目标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一句话说清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输入上下文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可见范围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可调用工具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预期输出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结论+证据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输出格式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统一 Schema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超时限制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预算硬闸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05861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05861" y="349567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58261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8261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96411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评价标准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58261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完成定义|缺一项就是糊涂账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38/142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要素详解:目标与上下文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目标:解决什么问题,一句话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上下文:能看到哪些代码/文档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上下文给多给少都影响质量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SubagentTask.goal/aspect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39/142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要素详解:工具与权限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allowed_tools:白名单式分配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permission:默认只读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写操作必须单独授权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permission 字段已落地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40/142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要素详解:输出与格式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预期输出:结论/证据/风险等级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输出格式:JSON/Markdown 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便于主 Agent 程序化聚合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格式不统一=聚合地狱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41/142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要素详解:超时与评价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超时:防无限执行烧成本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评价标准:什么算完成/高质量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评价标准进 Skill 质量栏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42/142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 Agent 发现统一整理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证据合并且引用保留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去重:相同问题合并来源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43/142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聚合复核时序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证据池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报告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收集各 Worker 结果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去重+按严重度排序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857624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814762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无证据结论剔除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881561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838699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终稿+引用保留|复核是聚合最后一关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44/142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Aggregation:排序与汇总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按严重度/影响面/优先级排序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分散信息 → 可执行建议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 Agent 复核:漏目标?无证据?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复核是聚合的最后一关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45/142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冲突识别与仲裁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同一判断面(aspect)结论不一致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平台:aspect 字段显式声明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仲裁:证据数量多者胜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不同 aspect 差异不算冲突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46/142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仲裁实测输出,$ report = await sup.run(争议任务, tasks, workers);Conflict(field='verdict', conclusions=['结论甲','结论乙']);arbitrated_verdict='结论乙'  # 证据×3&gt;×1;# 同 aspect 才冲突:误报为零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47/142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应用:跨仓库影响分析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每仓库一个 Worker 平行扫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聚合:变更清单+风险分级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冲突:两仓结论矛盾→仲裁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48/142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应用:报告工厂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资料组/数据组/写作组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各自产出结构化片段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组装终稿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49/142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踩坑:格式漂移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Worker 返回字段名各不相同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聚合代码 if-else 满天飞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治理:输出 Schema 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WorkerResult 统一结构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50/142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 Worker 的僵尸结果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超时后部分结果到达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聚合误用半成品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平台:超时统一 error 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宁可缺,不可错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51/142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优化:委托模板化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常见子任务做成委托模板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八要素预填七项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Skill 的近亲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52/142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优化:证据链标准化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统一:来源+位置+摘要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聚合后全程可溯源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RAG Citation 同一哲学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53/142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54/142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委托与聚合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八要素里最容易被忽略的两项?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为什么默认只读?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aspect 字段解决什么问题?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超时 Worker 的结果怎么处理?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55/142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Skill · src/agent_platform/multi_agent/skill.py:24-56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972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56/142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某类任务的执行方法封装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输入输出规范+工具依赖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模板+质量标准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能力包:可复用/可审查/可版本化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58/142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与 Tool 的区别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Tool:一个原子动作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Skill:一套方法论的编排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 依赖多个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Function 是字,Skill 是文章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59/142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→ 检索 → 匹配 → 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评估 → 版本管理 → 下线/复用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覆盖主干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60/142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七阶段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注册:名称/场景/步骤;检索:场景匹配;执行:编排工具;评估:质量标准达标;版本:递增强制;复用:跨场景调用;下线:低分淘汰|版本回退直接 ValueError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名称/场景/步骤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06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82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8275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8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8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场景匹配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75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750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0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0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编排工具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72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725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评估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5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质量标准达标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版本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递增强制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5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51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5175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7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复用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跨场景调用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下线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低分淘汰|版本回退直接 ValueError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61/142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名称/适用场景/输入参数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输出格式/依赖工具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SkillDef 五字段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62/142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检索与匹配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按任务描述+上下文+历史经验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平台:2-gram 场景重叠匹配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 2 过滤噪声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更智能可换向量匹配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63/142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技能匹配时序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任务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Registry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评分器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任务描述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场景 2-gram 重叠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阈值≥2 候选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最高分 Skill 返回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未命中→通用流程|阈值 2 过滤噪声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64/142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顺序/并行/条件分支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人工确认节点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65/142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find:2-gram 场景匹配 · src/agent_platform/multi_agent/skill.py:40-56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66/142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复用三场景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同一技能多主体用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跨业务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方法论通用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目录随仓库走|一次沉淀处处受益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67/142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组合模式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复用三次再抽象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21621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95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95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顺序:上游产出喂下游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902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9025" y="2667000"/>
            <a:ext cx="21621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67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7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522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并行:独立子任务 gather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7657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34671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667000"/>
            <a:ext cx="21621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39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9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条件:按结果分支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4835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2388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7257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72575" y="2667000"/>
            <a:ext cx="21621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10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10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877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确认:高危节点 HITL|复用三次再抽象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2012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90106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68/142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版本必须递增(平台强制)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变更记录+评估数据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灰度:新旧版本按流量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倒退版本直接 ValueError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69/142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deprecated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提交评审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943600" y="2428875"/>
            <a:ext cx="126682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3082277">
            <a:off x="5927149" y="3971505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评估达标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6010276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2550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低分下线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943600" y="2428875"/>
            <a:ext cx="12668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5943600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打回修改|版本必须递增(强制)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70/142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复用的价值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 Agent/跨场景/跨项目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减少重复 Prompt 与流程设计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一次沉淀,处处受益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71/142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registry.find 实测,$ reg.find("帮我做一次生产事故复盘 分析根因");SkillDef(name='incident-review', version='2.0');$ reg.register(同名 version='1.5');ValueError: version must increase;# 倒退注册直接拒绝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72/142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应用:竞品分析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步骤:搜集/交叉验证/分析/成文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质量:每个结论两条独立来源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直接使用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73/142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应用:事故复盘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步骤:时间线/根因/改进项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输出:复盘报告模板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经验方法论的标准化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74/142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踩坑:Skill 大而全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 Skill 想覆盖所有场景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匹配失准,执行僵硬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治理:按场景细拆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75/142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踩坑:版本升级无评估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拍脑袋升版本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旧场景退化无人知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规则:升级必须过回归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Prompt 版本管理同理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76/142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团队内共享 Skill 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使用量/评分/评估数据展示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组织级能力复利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77/142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的自动提炼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成功任务序列 → 候选 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人工审核后入库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从实践中来,到实践中去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78/142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79/142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Skill 与 Tool 的边界?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版本为什么必须递增?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匹配失准的常见原因?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如何让 Skill 越用越准?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80/142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为什么需要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能运行 ≠ 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Demo 成功 ≠ 真实任务成功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Prompt 可能旧任务退化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换模型可能工具行为漂移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没有数据,变好只是感觉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82/142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的商业含义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迭代方向靠数据定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回归拦住退化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对外可证明质量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护城河=数据+迭代速度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83/142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项目质量轨迹(审计评分)</a:t>
            </a:r>
          </a:p>
        </p:txBody>
      </p:sp>
      <p:pic>
        <p:nvPicPr>
          <p:cNvPr id="5" name="Picture 4" descr="chart_757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两轮数据驱动重构 +3.3 分:每项改动都有实测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84/142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标准任务集:输入+期望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覆盖:代码理解/修改/检索/长程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平台:GoldenCase 三字段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起步 20 条,持续扩充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85/142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Set 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20^题^起步规模;14^项^指标全景;2^清单^improved/regressed;1^红线^幻觉率|随故障增长:每修复+1 用例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起步规模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指标全景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红线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幻觉率|随故障增长:每修复+1 用例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86/142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指标:任务与工具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Task Success Rate:完成率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Call Accuracy:选对工具吗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Parameter Accuracy:参数对吗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北极星是成功率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87/142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指标:质量与可信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Answer Correctness:答案对吗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Citation Accuracy:引用支持结论吗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Hallucination Rate:幻觉率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Retrieval Recall:召回够吗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88/142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指标:效率与恢复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Latency / Token Cost / Tool Call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Failure Recovery Rate:失败自愈率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Handoff Rate:转人工率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 Test:回归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成本指标与质量指标并重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89/142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核心指标分类,类别,指标,采集方式;质量,成功率/正确率/引用准确率,自动+抽检;效率,延迟/Token/工具次数,自动;韧性,恢复率/接管率/回归,自动+人工;安全,拦截率/高危次数,自动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90/142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方法:规则与快照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Rule-based:关键词/正则/数值断言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Schema-based:结构合法性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Snapshot:输出快照比对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确定、便宜、可进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91/142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方法:Golden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人工标注标准答案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精确或语义匹配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适合稳定的高频任务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92/142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方法:LLM-as-Judge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用强模型当裁判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适用:开放式答案评分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不可靠:顺序偏置/自我偏好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重要结论配人工抽检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93/142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Judge 评分时序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 答案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Judge 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提交答案+评分标准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逐项打分+理由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857624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814762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结构化 verdict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1819276" y="483869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905000" y="4881561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1862138" y="5005387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>
            <a:off x="1333500" y="509111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6200000">
            <a:off x="1333500" y="504824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4614861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抽检校准(防偏置)|顺序随机化+双 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94/142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方法:人工与成对比较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Eval:标注规范+抽检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Pairwise:A/B 两版对比胜率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上线前的最终关卡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95/142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方法分层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人工评测:最终关卡(最贵);LLM-as-Judge:开放式评分(需校准);Golden+规则:确定性基线(进 CI)|成本自底向上递增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人工评测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最终关卡(最贵)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LLM-as-Judge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开放式评分(需校准)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Golden+规则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确定性基线(进 CI)|成本自底向上递增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96/142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回归测试与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新版本跑全量 Golden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improved/regressed 双清单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A/B:线上按流量对比指标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EvalRunner.regression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97/142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回归输出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EvalRunner.regression(old, new);RegressionDelta(improved=['c1'], regressed=[]);# improved: 新版本修好的用例;# regressed: 弄坏的用例(CI 阻断);# 平台门禁:regressed 非空 → 禁止合并|tests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EvalRunner.regression(old, new)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RegressionDelta(improved=['c1'], regressed=[])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improved: 新版本修好的用例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regressed: 弄坏的用例(CI 阻断)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平台门禁:regressed 非空 → 禁止合并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98/142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应用:代码修复回归集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10 个有 bug 的函数+期望修复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每次改动跑一遍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修复率即核心指标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99/142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应用:RAG 问答评测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问+标准答案+期望来源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正确率+引用准确率双指标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与第4章四指标联动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100/142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踩坑:评测集泄漏进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用了评测样例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指标虚高,上线即跌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治理:评测集隔离管理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101/142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踩坑:Judge 模型的偏置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偏好长答案/自己家的风格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缓解:双 Judge+随机顺序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定期人工校准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102/142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三偏置与对策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顺序偏置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先出现的打分高→随机化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长度偏置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长答案加分→控变量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自我偏好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偏爱同源风格→双 Judge+人工抽检|重要结论必配人工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103/142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优化:评测即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触发核心评测集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指标不达标阻断合并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质量门禁的最终形态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104/142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105/142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指标的采集成本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自动指标:零人工,随跑随出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Judge:一次额外调用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人工:最贵,只用于抽检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按指标重要性分配采集方式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106/142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数据结构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GoldenCase → AgentAnswer → CaseVerdict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EvalReport:成功率+工具准确率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RegressionDelta:improved/regressed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数据结构即评测契约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107/142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测试数量增长轨迹</a:t>
            </a:r>
          </a:p>
        </p:txBody>
      </p:sp>
      <p:pic>
        <p:nvPicPr>
          <p:cNvPr id="5" name="Picture 4" descr="chart_681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覆盖率门禁 80% 持续绿:回归是迭代底气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108/142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回归双清单 · src/agent_platform/eval/evaluator.py:116-121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109/142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六类指标各举一例?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什么时候不可信?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评测集为什么要隔离?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回归双清单怎么读?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110/142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失败诊断的起点:Trace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问题:Agent 为什么答错了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答案藏在执行轨迹里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逐段回放:计划/检索/工具/推理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112/142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归因①:Prompt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指令不清晰/约束冲突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输出格式不稳定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处方:改模板+回归验证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113/142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归因②:上下文问题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关键信息缺失/无关信息过多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处方:调整装配策略与预算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114/142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归因③:检索问题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召回不到/排序错/来源不可靠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处方:分块/检索词/Rerank 调优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第4章四指标定位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115/142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归因④:工具与执行问题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选错工具/参数错误/权限拦截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超时/外部服务不可用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死循环/子 Agent 委托错误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处方:工具治理+Runtime 加固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116/142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归因⑤:模型能力与幻觉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推理/长上下文能力不足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结论无证据支撑/引用不准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处方:换模型/加约束/加审查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117/142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归因⑥:评测自身误判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规则太严/Judge 偏置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别急着改 Agent,先验评测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UIM 教训:先验证再动手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118/142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失败样本聚类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按归因维度聚类统计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Top3 失败模式优先修复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 ROI 排序依据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119/142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六角色协作分析任务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Supervisor 拆解调度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Architecture/Test/Security/Performance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Documentation+Report 汇总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平台六个 Worker 可直接实装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120/142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前沿①:多 Agent 互操作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Card 发现+任务委派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Anthropic.subagents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子代理即一等公民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Supervisor→Handoffs 范式融合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SubagentTask+aspect 仲裁|评测平台:LangSmith/AgentOps 对比讲义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121/142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可维护性分析六角色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拆解调度决策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模块边界/依赖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覆盖率/缺失测试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鉴权/注入/越权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慢查询/缓存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合并冲突成文|Lab5 主任务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122/142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Benchmark 管理/批量运行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Prompt/Model/RAG 策略对比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记录+Judge+人工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成功率/成本/耗时统计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失败聚类+回归报告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平台已具备核心件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123/142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前沿②:评测即基础设施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LLM-as-Judge 标准化(评分卡+理由)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流量抽样回流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每任务 $ 曲线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EvalRunner+回归门禁|案例:Devin 的回放式评测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124/142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平台已具备核心件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管理层:Benchmark 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版本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批量运行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配置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执行层:Agent 运行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指标计算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Judge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分析层:失败聚类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回归报告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前后对比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分析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集成:CI 门禁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PR 阻断|平台已具备核心件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125/142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应用:一次真实的迭代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Trace:20% 失败在"读错文件"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复测:85%,回归无退化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数据闭环全流程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126/142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数据驱动迭代实例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现象:修复率 70%;Trace:20% 失败在读错文件;修复:检索+引用强化;复测:85% 回归无退化|每次修复同时扩充 Golden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修复率 70%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Trace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20% 失败在读错文件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修复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检索+引用强化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复测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85% 回归无退化|每次修复同时扩充 Golden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127/142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踩坑:只看成功率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95% 但成本翻倍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指标要一起看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多指标联合决策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128/142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踩坑:过拟合评测集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反复针对 20 题调优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真实任务反而变差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治理:保留隐藏评测集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129/142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优化:失败注入测试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主动制造工具故障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验证恢复率与降级路径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DPC 契约测试思想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130/142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Analysis 的操作流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定位失败 case → 打开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 span 检查:哪步开始偏离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归因打标 → 进聚类库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失败样本是迭代路线图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131/142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从修复到防复发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每个失败样本 → 一条回归用例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修复同时扩充 Golden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评测集随故障增长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132/142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防复发闭环-&gt;失败样本-&gt;归因定位-&gt;修复改动-&gt;新回归用例-&gt;CI 全量-&gt;合入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数据驱动迭代文化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note=评测集随故障增长=复利|数据驱动迭代文化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133/142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六大类失败 → 对应处方一页纸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贴在工位,排查先对表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课堂演练:三次真实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134/142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失败归因六类速查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指令不清/约束冲突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缺失/污染/超窗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检索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未召回/排序错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选错/参数错/超时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能力不足/幻觉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规则误判(先验它)|贴工位:排查先对表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135/142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协作:三模式+隔离+仲裁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委托:八要素+聚合复核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Skill:方法论资产化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Eval:数据驱动的护城河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下一章:上生产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136/142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数据驱动的迭代文化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每次变更:先跑回归再合并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每次故障:先归因再修复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每个季度:评测集大盘点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护城河是习惯,不是工具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137/142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迭代纪律三数字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100%^回归覆盖^每次改动;0^容忍^regressed 非空;1^次^答辩讲清一次迭代|护城河是习惯不是工具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回归覆盖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每次改动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容忍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regressed 非空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答辩讲清一次迭代|护城河是习惯不是工具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138/142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Lab5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六角色产出可维护性报告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Golden Set ≥20 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一次 Prompt 改动回归对比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失败样本聚类分析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冲突仲裁案例演示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139/142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评测平台化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三偏置的对策?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在线评测如何抽样回流?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A2A 的 Agent Card 含什么?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成本评测的曲线怎么画?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140/142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Worker 结果 · src/agent_platform/multi_agent/supervisor.py:20-40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141/142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部署形态与推理服务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缓存体系与成本治理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可观测性:Trace/Replay/告警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M6:Production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从能跑到敢上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142/142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