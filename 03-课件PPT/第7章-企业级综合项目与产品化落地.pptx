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DeerFlow 解析 · 高阶案例 · Capstone · 里程碑 M7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2/132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为什么解剖 DeerFlow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成熟开源 Agent 平台的完整样本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九条架构线贯穿全课程知识点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学会读源码=学会二次开发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对照本平台,每条线都有回声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九条架构线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8382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① 请求入口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run 托管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8382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② 智能体工厂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配置→图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8382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③ 工具装配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动态子集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④ 中间件 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上下文准备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⑤ 中间件 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输出门控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⑥ 沙箱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执行边界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77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7750" y="43815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001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01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83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⑦ 子代理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01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受限委托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9580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95800" y="43815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64820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820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635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⑧ 技能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经验资产化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438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43850" y="43815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0962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62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344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⑨ 持久化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恢复/查询/审计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5/132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架构线①:请求入口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用户输入如何被托管成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可观察:run 全程有 ID 有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可控制:中断/取消/接管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本平台:AgentRun+GraphQL 查询面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6/132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 托管时序(线①)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 管理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提交输入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创建 run(ID+状态)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可观察:进度流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42672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取消/接管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终态+Trace 归档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7/132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架构线②:主智能体工厂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运行时配置 → 可运行的智能体图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模型/工具/提示按配置装配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配置即部署,变更即发布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本平台:AgentLoop+Provider 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8/132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架构线③:工具组装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注册了不代表这次能用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按任务动态挑工具子集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依赖缺失自动降级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本平台:Registry.discover+动态装配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9/132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动态装配流(线③)-&gt;任务解析-&gt;依赖健康检查-&gt;挑选工具子集-&gt;白名单过滤-&gt;注入本次上下文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note=注册了≠能用:每次装配都是一次决策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10/132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架构线④:中间件管道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模型调用前准备上下文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注入记忆/检索结果/历史摘要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管道可插拔,顺序可编排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本平台:ContextWindow+compress_history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11/132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调用前准备时序(线④)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请求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管道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进入管道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记忆注入→检索注入→历史压缩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装配完成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调用模型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响应进管道 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12/132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架构线⑤:中间件管道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输出裁决/门控/清理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敏感信息过滤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格式校验不合格打回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本平台:Schema 校验+反喂重试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13/132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输出门控流(线⑤)-&gt;模型输出-&gt;敏感信息过滤-&gt;格式校验-&gt;通过:放行-&gt;不通过:打回重生成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14/132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架构线⑥:沙箱系统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工具执行的位置决定安全边界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本地与容器不是同一边界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审计与回放配套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本平台:LocalSandbox 同构设计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15/132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沙箱要点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执行位置决定边界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教学/调试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容器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生产隔离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全操作回放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16/132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架构线⑦:子代理系统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复杂子任务委托给受限的完整代理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受限=工具/权限/预算三重收敛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结果聚合回主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本平台:SubagentTask+Supervisor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17/132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受限完整代理(线⑦)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主代理:拆解+预算分配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委托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子代理:上下文裁剪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工具白名单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上限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53075" y="3524250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3075" y="3524250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受限执行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7338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733800"/>
            <a:ext cx="8496300" cy="1143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回流:结论+证据+风险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18/132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架构线⑧:技能系统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经验变成可安装/可审查/可重用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能力包:方法+工具+质量标准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本平台:SkillRegistry 同思想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19/132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架构线⑨:持久化与检查点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什么可恢复:状态与步骤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什么可查询:任务与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什么可审计:动作与决策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本平台:Checkpoint+AuditBus+Trace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20/132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持久化三问(线⑨)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状态+步骤 Checkpoint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任务/Trace 索引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动作+决策日志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21/132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九线合一张全景图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入口→工厂→装配→管道→执行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沙箱/子代理/技能横向支撑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持久化纵向兜底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画一遍,胜过读十遍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22/132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线↔平台模块,DeerFlow 架构线,平台对应,章节;① 请求入口,AgentRun+GraphQL,M3;③ 工具装配,Registry.discover,M2;⑤ 输出门控,Schema 校验+反喂,M1;⑥ 沙箱系统,LocalSandbox,M3;⑧ 技能系统,SkillRegistry,M5;⑨ 持久化,Checkpoint+AuditBus,M3/M6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23/132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应用:DeerFlow 部署走查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环境/依赖/模型接入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跑通第一个研究任务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 run 的生命周期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课堂跟做环节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24/132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应用:定位一次执行源码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 API 入口断点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沿九线走读真实调用栈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建立"源码地图"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25/132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踩坑:只看文档不读码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文档滞后于实现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行为与预期不符时无解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治理:关键路径必须读码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26/132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踩坑:二次开发破坏升级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直接改核心文件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上游更新即冲突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治理:扩展点优先,补丁记录 ADR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27/132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优化:定制专属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继承默认编排,只改决策段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复用平台全部治理设施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改造最小化的姿势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28/132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优化:扩展工具生态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MCP 标准接入自有系统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权限与审计沿用平台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新工具零成本进场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29/132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优化:持久化策略调优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高频任务的 Checkpoint 瘦身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采样与分级存储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成本与可靠性的平衡点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30/132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先跑通→再读码→后改造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每步有验证,每改有 ADR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软件工程的通用范式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31/132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32/132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项目结构走查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入口/Agent 工厂/工具/中间件目录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沙箱与子代理模块位置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持久化与存储层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先建地图,再进细节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33/132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①run 的元数据设计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run_id/用户/目标/状态/版本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元数据决定可查询性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设计时想清楚"以后怎么查"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34/132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②配置热更新的实现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配置变更→重建智能体图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在途任务不受影响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配置也是版本对象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35/132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③工具依赖检查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装配时校验依赖服务可用性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缺依赖工具自动剔除并告警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不让 Agent 带病上场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36/132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④检索注入的顺序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记忆→检索→历史→用户输入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顺序影响注意力分配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高频信息放前后,低频放中间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37/132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⑤输出门控示例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敏感词过滤+格式校验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不合格输出打回重生成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38/132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⑦受限代理的上下文构造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只给子任务相关的最小上下文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防泄漏也防污染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最小知识原则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39/132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⑧技能的安装与审查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技能包:安装→审查→启用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审查清单:权限/数据/副作用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技能供应链也要治理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40/132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⑨检查点的存储选型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本地文件/PG/对象存储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按恢复时延要求选型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教学版与生产版的差距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41/132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二次开发实战:加一条架构线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示例:加"成本护栏"中间件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五步:设计→实现→测试→ADR→文档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本课程方法论的真实演练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42/132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多协议网关:anthropic-messages 适配 · src/agent_platform/gateway/anthropic_provider.py:53-83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43/132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DeerFlow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九条线各对应本平台哪个组件?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为什么"注册了不代表能用"?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二次开发如何避免升级冲突?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44/132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案例一:企业级深度研究平台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自动:搜集→交叉验证→分析→报告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研究从数天缩短到数小时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核心:Skill 沉淀方法论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46/132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前沿①:研究类产品图谱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Manus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通用任务代理(多工具长任务)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DeepResearch 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OpenAI/Gemini 深研模式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企业内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尽调/竞品/行研平台化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 Capstone A=同类 MVP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47/132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深度研究平台蓝图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主导 Agent:接题/拆解/编排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224087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资料组:多源搜集(检索 Worker)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并行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95674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0B1D3A"/>
                </a:solidFill>
                <a:latin typeface="PingFang SC"/>
              </a:rPr>
              <a:t>验证组:交叉核对(证据 Worker)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成文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767261"/>
            <a:ext cx="8496300" cy="102393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产出:Markdown 报告+证据链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48/132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研究平台的角色分工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主导 Agent:接题/拆解/编排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资料组:多源搜集(搜索/库/Wiki)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验证组:交叉核对证据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写作组:结构化成文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49/132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 Skill 的封装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竞品分析/行业调研/投资尽调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每个技能:步骤+数据源+质量标准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技能执行结果可评估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方法论的资产化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50/132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研究平台的数据源矩阵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外部:搜索引擎/行业库/专利平台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内部:Wiki/文档库/专家图谱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治理:权限+审计+脱敏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Tool 接入清单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51/132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研究工作流编排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拆解→并行搜集→汇总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→交叉验证→结构化分析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→报告生成→引用核对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Supervisor+Worker 标准落地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52/132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研究的证据链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每个结论:来源+引用+工具调用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全程留痕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可追溯可审计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report_md() 即雏形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53/132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研究报告的输出形态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Markdown:技术团队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HTML:管理层汇报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交互文档:移动端浏览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一份数据,多端渲染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54/132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研究平台的效率收益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传统:3~5 人天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平台:2~4 小时+人工复核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质量守门:引用准确率红线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答辩时用真实数字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55/132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案例二:新一代软件工厂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需求→拆解→开发→审查→测试→CI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端到端自动化开发流水线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核心:多角色 Agent 协作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B 的完整蓝图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56/132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PM 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架构师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 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QA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任务包(八要素)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结构决策(选技能)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Loop 产出变更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Eval 验收(100% 方可 done)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PR→CI→合并(GitHub Channel)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57/132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软件工厂的角色矩阵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产品经理 Agent:需求分析/验收标准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 Agent:方案/模块划分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Agent:代码/单测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Agent:测试/验收报告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职责边界=委托八要素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58/132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 Channel 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分支创建/代码提交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发起/CI 检查回调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全程可追溯:需求到 PR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DevOps 的 Agent 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59/132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软件工厂的工作流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PM 出任务包(委托八要素)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架构师选技能出结构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开发走 Loop 产出变更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跑 Eval 验收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factory.py 已可运行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60/132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交付流水线(实测)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4763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525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25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74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57475" y="2667000"/>
            <a:ext cx="14763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52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2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336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commit_file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907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4955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5770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57700" y="2667000"/>
            <a:ext cx="14763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53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3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3390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create_pull_request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1910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42957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5792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7925" y="2667000"/>
            <a:ext cx="14763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3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3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412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 检查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9122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0960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58150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58150" y="2667000"/>
            <a:ext cx="1476375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53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53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4350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merge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914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8962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858375" y="2667000"/>
            <a:ext cx="14763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58375" y="2667000"/>
            <a:ext cx="1476375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4536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536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4575" y="2800350"/>
            <a:ext cx="13239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delete_branch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91675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6964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平台 GitHubChannel 自举创建 PR#1/#2 并合并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61/132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ACP 本地工具集成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本地构建/环境配置/命令执行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跨平台任务编排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沙箱边界必须同步收紧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62/132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软件工厂的可追溯矩阵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需求/代码变更/测试结果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 状态/Agent 执行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审计四联单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63/132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软件工厂的效率与质量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交付周期:周级→天级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质量守门:CI+QA Agent 双闸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人工确认:高危变更前置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用数字讲故事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64/132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GitHubChannel 真实输出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32385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571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await ship_change("工单中心", note, branch, path)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branch created: agent/live-verify-20261003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commit 8ed8ffe8 pushed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#1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PR #2 OPEN → MERGED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分支→提交→PR→合并 全链路真实 GitHub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远端:gh pr list → 2 MERGED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65/132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踩坑:全自动的幻觉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无人工把关直接合码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一次事故毁掉全部信任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铁律:合并权在人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66/132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踩坑:角色边界糊掉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 Agent 顺手改了需求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治理:权限+输出 Schema 双约束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越权是协作大敌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67/132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优化:人机协同节奏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高危节点必停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批量小任务攒批确认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确认疲劳也是风险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68/132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69/132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研究平台技术选型表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检索:Hybrid+Rerank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编排:Supervisor+Worker 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报告:模板引擎+引用组件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选型都要写 ADR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70/132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研究平台选型,环节,选择,理由;检索,Hybrid+RRF,术语+语义双保险;编排,Supervisor+Worker 池,并行搜集;报告,模板引擎+引用组件,结构稳定可审计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71/132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数据源的容错设计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单源失败不影响整体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超时与重试预算独立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源质量评分动态降权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外部依赖一律不可信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72/132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报告模板版本化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模板变更走评审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历史报告可复现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模板即代码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73/132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引用准确率门禁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上线门槛:引用准确率≥90%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不达标阻断发布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质量门禁的具体化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74/132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研究平台质量线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90%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门槛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引用准确率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最低独立证据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效率提升实测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75/132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软件工厂的成本模型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每任务:Token+CI 时长+人工复核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与人力成本对比出 ROI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成本模型决定推广节奏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76/132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 检查项设计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产出 PR 的强制检查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测试覆盖/规范扫描/人工标签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 Agent 当新同事管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77/132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PR 四道检查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新增代码必须带测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规范扫描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lint+类型零错误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人工标签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agent-generated 明示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回滚预案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Flag 已配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78/132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测试生成策略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优先补边界与异常路径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生成后必须真实执行验证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生成的测试也要被测试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79/132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工厂与 DevOps 平台的边界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管决策,CI/CD 管执行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不重造已有设施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集成优于重写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80/132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案例风险清单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幻觉结论/越权操作/成本失控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每项配缓解措施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风险登记表进答辩材料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81/132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从案例到产品的差距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多租户/计费/SLA/合规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案例演示价值,产品交付价值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答辩时诚实定位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82/132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高阶案例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两个案例各自的核心机制?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证据链/可追溯为什么是红线?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全自动化的边界在哪里?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83/132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RW 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84/132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信息检索/文档分析/研究分析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代码理解/代码生成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客服辅助/销售运营/工单处理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流程自动化/企业知识问答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86/132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前沿⑤:场景成熟度地图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成熟生产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编码代理/客服辅助/知识问答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快速爬升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深度研究/工单自动化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探索期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Computer Use/具身 VLA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前四类全落地 Capstone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87/132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六大适配场景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信息检索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多源聚合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长文理解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代码理解生成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开发提效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客服辅助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人机协同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工单处理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流程自动化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知识问答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企业 Wiki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88/132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不适合 Agent 的场景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极强确定性任务:脚本更可靠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高风险零容错:资金/医疗/法律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规则明确:传统自动化更省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成本高于人工的低价值任务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不上 Agent 也是一种方案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89/132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五选一边界判断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Chatbot:纯对话,无状态诉求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RAG:问答有据可查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Workflow:流程固定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Agent:路径不确定需自主决策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脚本:完全确定的任务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选错形态是最贵的错误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90/132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前沿②:编码代理与选型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Devin/Claude Code/Cursor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三条路线对比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国内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通义灵码/CodeGeeX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选型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任务自主度×可控性矩阵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Codebase Agent=自主度可控版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91/132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如何避免过度 Agent 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每加一层自主性问:换来什么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 Workflow 能解决就别上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复杂度要买来价值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架构品味=知道不加什么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92/132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 SOP → Agent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岗位任务 → 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知识资产 →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经验方法论 → Skill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风险节点 → HITL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失败场景 → 回滚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40576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76300" y="405765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14450" y="40576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业务目标 → Eval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9650" y="44291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C 的方法论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93/132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业务拆解七步法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SOP→Loop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流程变循环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1724025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岗位→Tool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任务变工具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1724025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知识→RAG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资产变检索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172402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1724025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193357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经验→Skill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233362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方法论变资产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47750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47750" y="3495675"/>
            <a:ext cx="2338387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8300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风险→HITL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00150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高危变确认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33787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33787" y="3495675"/>
            <a:ext cx="2338387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786187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6187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337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失败→回滚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86187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兜底变预案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9824" y="3495675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9824" y="3495675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72224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72224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0374" y="3705225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目标→Eval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2224" y="4105275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业务变指标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94/132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产品交付指标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任务完成率/人工接管率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平均处理时长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单任务成本/成本节省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自动化覆盖率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满意度/业务转化率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81725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1725" y="3009900"/>
            <a:ext cx="47625" cy="8763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9875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错误率/风险事件数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15075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向业务方汇报的词汇表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95/132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ReadWriteRouter:读己之写 · src/agent_platform/shared/db_routing.py:26-52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85" y="762000"/>
            <a:ext cx="10786028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96/132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研究报告产出耗时(人天)</a:t>
            </a:r>
          </a:p>
        </p:txBody>
      </p:sp>
      <p:pic>
        <p:nvPicPr>
          <p:cNvPr id="5" name="Picture 4" descr="chart_4009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数天→数小时:效率 8 倍,引用准确率≥90% 守门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97/132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从技术指标到业务价值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 95% → 少 5% 人工工单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单任务成本降 70% → 年省 XX 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时长天级→小时级 → 客户满意度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翻译能力=晋升能力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98/132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作品集:平台怎么写进简历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一句话定位+架构图+关键数字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统一模型调用服务:多供应商/成本留痕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工具运行时:权限/审计/降级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面试官 30 秒想看到的东西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99/132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作品集表达三层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数据层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成功率/成本/延迟(最硬)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故事层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一次故障完整处置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架构层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权衡取舍(资深感)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100/132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作品集:Tool Runtime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讲治理,不是讲调 API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三级风险+人工确认+审计脱敏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用测试数字佐证:覆盖率高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Story:一次拦截高危操作的演练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101/132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哈希链:canonical+publish · src/agent_platform/security/audit_chain.py:16-38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144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102/132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作品集:Codebase Agent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长程任务:Loop/状态机/恢复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真实任务:代码理解+测试修复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失败恢复:Checkpoint 演示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Demo 录屏比文字有力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103/132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作品集:RAG 与 Context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混合检索+引用准确率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压缩:Token 下降 XX%,质量不降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 排障故事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带数字的技术叙事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104/132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作品集:Eval 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Golden Set 规模与覆盖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一次回归拦住退化的真实案例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数据驱动的迭代决策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护城河的最好证明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105/132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作品集:Trace/Replay/灰度叙事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失败任务 Trace 定位+Replay 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灰度发布+一键回滚演练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成本报表:分摊与优化收益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生产化能力的展示面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106/132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面试常见题·基础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FC 的执行主体与安全边界?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temperature/top_p 语义差异?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为什么必须结构化输出?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题库详见 04-教学资料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107/132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Registry 设计的完整考量?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 防死循环的几道闸?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读写分离下读己之写?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答题框架:权衡+数字+案例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108/132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面试常见题·质量与生产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怎么证明 Agent 变好?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的坑?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灰度与回滚的完整流程?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每个答案配一个实战故事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109/132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用项目数据证明工程能力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成功率/成本/延迟三件套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迭代前后的对比数据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一次故障的完整处置记录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数据是最硬的语言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110/132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三选一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 深度研究平台 MVP:证据链+Skill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 软件工厂 MVP:四角色+GitHub Channel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 自选业务:七步拆解完整落地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骨架已在 examples/capstone/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111/132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对照,案例,复用组件,答辩重点;A 深度研究,Supervisor+RAG+Skill,证据链完整;B 软件工厂,四角色+GitHub Channel,PR 真实闭环;C 自选业务,七步模板,业务价值数据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112/132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答辩标准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功能:核心流程可演示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质量:测试+评测数据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叙事:业务价值表达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加分:真实数据的一次迭代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对应考核方案 30% 权重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113/132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结课:你的能力清单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统一平台:20 项能力全部上手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三个作品集:Runtime/Codebase/Eval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方法论:TDD/SDD/DDD/TOGAF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叙事能力:技术翻译为价值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从训练营到岗位,只差持续迭代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114/132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115/132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场景判断流程图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确定性高?→脚本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有知识诉求?→RAG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流程固定?→Workflow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路径多变?→Agent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一张图定形态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116/132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ROI 计算模板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收益:人力节省+时效收益+质量收益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成本:建设+运行+风险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投资回收期一目了然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117/132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业务方沟通话术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少讲架构,多讲指标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讲失败案例更显可信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技术人的翻译练习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118/132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平台化路线图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单应用→能力下沉→多应用复用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什么时候该抽平台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复用三次再抽象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119/132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团队能力模型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平台组/业务组/治理组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时代的岗位分工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120/132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面试叙事的 STAR 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Situation-Task-Action-Result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每个作品准备 3 分钟版本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数字放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121/132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STAR 面试叙事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2338387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Situation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业务背景一句话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3787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787" y="2609850"/>
            <a:ext cx="2338387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86187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6187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337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6187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你的职责边界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9824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9824" y="2609850"/>
            <a:ext cx="2338387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72224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2224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0374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2224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架构决策+为什么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861" y="2609850"/>
            <a:ext cx="2338387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05861" y="2609850"/>
            <a:ext cx="2338387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58261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58261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6411" y="2819400"/>
            <a:ext cx="1595437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8261" y="3219450"/>
            <a:ext cx="2033587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数字化结果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122/132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常见追问与应对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"失败率多少?"→如实+如何降低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"成本多少?"→分摊数据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诚实是最好的策略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123/132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学习路径延伸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多模态/长上下文/自我进化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关注评测与数据闭环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课程是地图,实践是路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124/132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社区与开源参与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给 DeerFlow 提 PR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输出实践文章反哺社区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作品集的放大器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125/132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两级缓存:命中率可观测 · src/agent_platform/shared/cache.py:88-116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566" y="762000"/>
            <a:ext cx="10138867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126/132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五种形态的判断顺序?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你的项目该砍掉哪层自主性?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用什么数据讲你的 Eval 故事?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127/132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DeerFlow 九线:企业级全景样本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两案例:研究平台+软件工厂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产品化:场景判断+七步拆解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作品集:数字化的技术叙事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128/132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产品化与案例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Cursor/Devin/Claude Code 路线差异?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扣子/百炼的定位区别?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你的 Capstone 对标哪个产品?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129/132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Capstone 指引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骨架:examples/capstone/ 三案例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每案例:README+demo+测试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答辩:功能/质量/叙事/加分项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两周内完成,预约答辩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130/132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结课寄语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工程师 = 后端深度 + AI 广度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护城河 = Eval 数据 + 迭代速度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课程结束,工程开始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131/132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学员成长路径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后端工程师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过程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M1~M7 全栈能力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产物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三作品集+平台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终点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Agent 工程师岗位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延续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持续用平台解决真实问题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132/132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