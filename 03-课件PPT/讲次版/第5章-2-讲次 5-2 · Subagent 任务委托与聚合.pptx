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5-2 · Subagent 任务委托与聚合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Multi-Agent、Skill 与 Agent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Lab5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2/26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委托八要素总览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任务目标/输入上下文/可调用工具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权限边界/预期输出/输出格式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超时限制/评价标准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缺一项就是糊涂账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Worker 隔离三卡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只看本任务裁剪集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 subset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Token+时长双上限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委托下发流-&gt;明确八要素-&gt;裁剪上下文-&gt;分配工具白名单-&gt;下发(带超时)-&gt;并行执行-&gt;回收结果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note=默认只读:写操作单独授权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委托输出格式对比,格式,优点,缺点;JSON,程序化聚合最稳,人读性差;Markdown,人读友好,解析脆弱;字段+MD 正文,两全其美,Schema 稍复杂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委托八要素卡片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任务目标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一句话说清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3787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3787" y="1724025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6187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6187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337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输入上下文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可见范围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4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9824" y="1724025"/>
            <a:ext cx="2338387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4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224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4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可调用工具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4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861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05861" y="1724025"/>
            <a:ext cx="2338387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8261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8261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6411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261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默认只读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750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750" y="3495675"/>
            <a:ext cx="2338387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8300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预期输出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0150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结论+证据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3787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33787" y="3495675"/>
            <a:ext cx="2338387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86187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6187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337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输出格式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6187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统一 Schema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9824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9824" y="349567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2224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2224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0374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超时限制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224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预算硬闸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05861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05861" y="3495675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958261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58261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96411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评价标准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8261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完成定义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8/26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要素详解:目标与上下文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目标:解决什么问题,一句话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上下文:能看到哪些代码/文档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上下文给多给少都影响质量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SubagentTask.goal/aspect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要素详解:工具与权限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allowed_tools:白名单式分配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permission:默认只读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写操作必须单独授权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permission 字段已落地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要素详解:输出与格式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预期输出:结论/证据/风险等级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输出格式:JSON/Markdown 统一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便于主 Agent 程序化聚合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格式不统一=聚合地狱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要素详解:超时与评价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超时:防无限执行烧成本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评价标准:什么算完成/高质量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评价标准进 Skill 质量栏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Result Aggregation:合并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各 Agent 发现统一整理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证据合并且引用保留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去重:相同问题合并来源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聚合复核时序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主控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证据池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报告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收集各 Worker 结果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83368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79082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833687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95751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304323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300037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566987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去重+按严重度排序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857624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10772776" y="3814762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3250" y="3571874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无证据结论剔除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33500" y="4881561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1333500" y="4838699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595811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终稿+引用保留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14/26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Result Aggregation:排序与汇总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按严重度/影响面/优先级排序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分散信息 → 可执行建议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 Agent 复核:漏目标?无证据?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复核是聚合的最后一关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15/26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冲突识别与仲裁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同一判断面(aspect)结论不一致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平台:aspect 字段显式声明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仲裁:证据数量多者胜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不同 aspect 差异不算冲突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16/26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仲裁实测输出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report = await sup.run(争议任务, tasks, workers)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Conflict(field='verdict', conclusions=['结论甲','结论乙'])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arbitrated_verdict='结论乙'  # 证据×3&gt;×1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同 aspect 才冲突:误报为零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17/26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应用:跨仓库影响分析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每仓库一个 Worker 平行扫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聚合:变更清单+风险分级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冲突:两仓结论矛盾→仲裁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18/26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应用:报告工厂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资料组/数据组/写作组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各自产出结构化片段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Report Agent 组装终稿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19/26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踩坑:格式漂移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Worker 返回字段名各不相同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聚合代码 if-else 满天飞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治理:输出 Schema 强约束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WorkerResult 统一结构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20/26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踩坑:超时 Worker 的僵尸结果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超时后部分结果到达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聚合误用半成品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平台:超时统一 error 标记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宁可缺,不可错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21/26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优化:委托模板化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常见子任务做成委托模板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八要素预填七项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第5章 Skill 的近亲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22/26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优化:证据链标准化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evidence 统一:来源+位置+摘要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聚合后全程可溯源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RAG Citation 同一哲学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23/26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24/26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委托与聚合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八要素里最容易被忽略的两项?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为什么默认只读?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aspect 字段解决什么问题?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超时 Worker 的结果怎么处理?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25/26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Skill · src/agent_platform/multi_agent/skill.py:24-56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3972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26/26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5-2 · Subagent 任务委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