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2.4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2-4 · MCP 协议与接入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Function Calling、Tool Runtime 与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2-1 · Function Calling 与 Tool Use 原理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2-2 · Tool Registry 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2-3 · 工具治理与安全边界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2-4 · MCP 协议与接入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2-5 · Agent Tool Runtime 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Lab2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2/31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2-4 · MCP 协议与接入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Model Context Protocol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连接模型与外部工具/资源的标准协议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Client/Server 架构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Anthropic 开源,已成行业趋势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4/31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前沿①:MCP 生态演进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Streamable HTTP 取代 stdio 为主流传输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Server 目录化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一次接入处处复用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企业网关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集中鉴权/审计/配额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PulsarAuditBus+三层权限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5/31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调用时序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MCP Client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MCP Server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外部资源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发现工具清单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492375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tools/call(参数)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1750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1321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执行(受白名单约束)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683500" y="385762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7683500" y="381476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700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结果+元数据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508500" y="454025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4508500" y="44973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结构化返回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33500" y="522287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1333500" y="518001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7000" y="49371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6. 观察回灌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6/31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FC 与 MCP 的分工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Function Calling:模型怎么选工具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MCP:工具怎么标准化接入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一个管意图,一个管生态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两者互补而非竞争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三大能力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Tools:可执行的函数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Resources:可读的数据源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Prompts:预置提示模板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一个 Server 同时暴露三类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default_registry:四工具装配 · src/agent_platform/api/deps.py:9-30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144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三大能力卡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可执行函数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可读数据源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预置提示模板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vs 传统 HTTP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自描述:发现而非硬编码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标准化:一次接入处处可用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会话化:连接复用与状态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更适合 Agent 的动态场景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生态接入层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Agent 运行时:Loop+Decider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发现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MCP Client:发现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调用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224087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连接池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调用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05000" y="3495674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3495674"/>
            <a:ext cx="18097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MCP Server 群:文件系统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33850" y="3495674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3385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86250" y="3495674"/>
            <a:ext cx="18097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数据库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2700" y="3495674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627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5100" y="3495674"/>
            <a:ext cx="18097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GitHub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1550" y="3495674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155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43950" y="3495674"/>
            <a:ext cx="180975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内部 API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治理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050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4767261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治理:白名单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768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768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0" y="4767261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486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486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01000" y="4767261"/>
            <a:ext cx="25527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脱敏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12/31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架构位置:防腐层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MCP Client 藏在 Runtime 后面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上层不感知 Server 差异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Server 挂了 → 工具自动摘除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DDD 防腐层的教科书案例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接入:文件系统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能力:列目录/读文件/搜索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治理:路径白名单映射到 Sandbox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场景:Codebase Agent 的眼睛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14/31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接入:数据库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能力:只读查询/Schema 内省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治理:只读账号+审计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禁止直连生产写库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15/31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接入:GitHub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能力:仓库/Issue/PR 读写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治理:Token 最小权限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场景:软件工厂的 DevOps 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16/31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接入:内部 HTTP 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包装内部 API 为 MCP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复用现有鉴权与限流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新工具零改造上架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17/31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权限控制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Server 级:可连接哪些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工具级:可调用哪些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参数级:路径/表名白名单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三层收敛,默认拒绝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18/31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PulsarAuditBus:异步安全投递 · src/agent_platform/tools/pulsar_audit.py:56-88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762000"/>
            <a:ext cx="905256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19/31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三层权限收敛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Server 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可连接白名单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可调用子集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参数级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路径/表名白名单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20/31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审计与连接管理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连接生命周期:握手/心跳/断开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工具调用全部过统一审计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断线自动重连+退避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PulsarAuditBus 同一出口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21/31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前沿②:Agent 安全框架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OWASP LLM Top10(2025 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提示注入/敏感泄露/供应链/越权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 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服务账号+短期凭证(M2M)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审计防篡改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哈希链(平台已实现)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等保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日志留存≥6 个月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22/31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连接生命周期时序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连接池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MCP Server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握手+能力协商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心跳保活(15s)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60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60960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断线检测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指数退避重连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连接释放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23/31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应用:多 Server 组合任务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 Server 读需求文档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数据库 Server 查订单数据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GitHub Server 提修复 PR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跨 Server 编排=Agent Loop 的活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24/31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多 MCP Server 编排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Agent Loop:任务分解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38825" y="2014537"/>
            <a:ext cx="514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8825" y="2014537"/>
            <a:ext cx="514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文件 Server:读需求(路径白名单)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38825" y="3286124"/>
            <a:ext cx="514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8825" y="3286124"/>
            <a:ext cx="514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DB Server:查数据(只读)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交付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GitHub Server:提 PR(Token 最小权)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25/31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踩坑:Server 版本漂移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Server 升级后工具签名变了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参数错误率飙升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防护:接入时快照工具清单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变更告警+回归评测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26/31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踩坑:权限过大陷阱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 Server 默认给全盘读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应最小化:只挂需要的根目录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与第3章 Sandbox 联动收敛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27/31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优化:连接池与复用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 Agent 共享 Client 连接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心跳保活+惰性重连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连接数纳入监控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28/31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优化:工具清单缓存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发现结果缓存+版本标记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失效:连接重建时刷新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减少冷启动延迟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29/31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MCP 解决了 FC 没解决的什么问题?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Tools/Resources/Prompts 各举一例?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三层权限收敛如何设计?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Server 升级的风险如何防控?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31/31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04 · 2-4 · MCP 协议与接入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