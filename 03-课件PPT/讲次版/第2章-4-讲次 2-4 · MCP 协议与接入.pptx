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2-4 · MCP 协议与接入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 Context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连接模型与外部工具/资源的标准协议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Client/Server 架构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Anthropic 开源,已成行业趋势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前沿①:MCP 生态演进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Streamable HTTP 取代 stdio 为主流传输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目录化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一次接入处处复用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企业网关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集中鉴权/审计/配额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PulsarAuditBus+三层权限|与 OWASP LLM Top10 联动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调用时序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外部资源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发现工具清单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tools/call(参数)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执行(受白名单约束)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结果+元数据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结构化返回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观察回灌|三层权限:Server/工具/参数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FC 与 MCP 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Calling:模型怎么选工具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MCP:工具怎么标准化接入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一个管意图,一个管生态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两者互补而非竞争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Tools:可执行的函数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Resources:可读的数据源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Prompts:预置提示模板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 Server 同时暴露三类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default_registry:四工具装配 · src/agent_platform/api/deps.py:9-30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可执行函数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可读数据源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预置提示模板|一个 Server 同时暴露三类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vs 传统 HTTP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自描述:发现而非硬编码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标准化:一次接入处处可用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会话化:连接复用与状态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更适合 Agent 的动态场景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生态接入层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Agent 运行时:Loop+Decider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发现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MCP Client:发现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调用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连接池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调用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9050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3835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MCP Server 群:文件系统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8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338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6720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数据库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27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GitHub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15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915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2490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内部 API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治理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383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治理:白名单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101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脱敏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架构位置:防腐层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 Client 藏在 Runtime 后面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上层不感知 Server 差异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挂了 → 工具自动摘除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DDD 防腐层的教科书案例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接入:文件系统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能力:列目录/读文件/搜索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治理:路径白名单映射到 Sandbox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场景:Codebase Agent 的眼睛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接入:数据库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能力:只读查询/Schema 内省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治理:只读账号+审计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禁止直连生产写库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接入:GitHub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能力:仓库/Issue/PR 读写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治理:Token 最小权限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场景:软件工厂的 DevOps 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接入:内部 HTTP 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包装内部 API 为 MCP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复用现有鉴权与限流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新工具零改造上架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权限控制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级:可连接哪些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工具级:可调用哪些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参数级:路径/表名白名单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三层收敛,默认拒绝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PulsarAuditBus:异步安全投递 · src/agent_platform/tools/pulsar_audit.py:56-88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三层权限收敛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可连接白名单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可调用子集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参数级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路径/表名白名单|默认拒绝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审计与连接管理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连接生命周期:握手/心跳/断开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工具调用全部过统一审计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断线自动重连+退避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PulsarAuditBus 同一出口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前沿②:Agent 安全框架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Top10(2025 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提示注入/敏感泄露/供应链/越权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服务账号+短期凭证(M2M)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审计防篡改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哈希链(平台已实现)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日志留存≥6 个月|面试高频:安全三件套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连接生命周期时序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连接池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握手+能力协商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心跳保活(15s)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断线检测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指数退避重连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连接释放|断连自动重连,工具不摘除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 Server 组合任务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读需求文档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 Server 查订单数据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GitHub Server 提修复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跨 Server 编排=Agent Loop 的活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 MCP Server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跨 Server=Loop 的主场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Agent Loop:任务分解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文件 Server:读需求(路径白名单)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DB Server:查数据(只读)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交付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GitHub Server:提 PR(Token 最小权)|跨 Server=Loop 的主场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踩坑:Server 版本漂移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升级后工具签名变了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参数错误率飙升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防护:接入时快照工具清单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变更告警+回归评测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踩坑:权限过大陷阱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默认给全盘读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应最小化:只挂需要的根目录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与第3章 Sandbox 联动收敛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优化:连接池与复用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 Agent 共享 Client 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心跳保活+惰性重连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连接数纳入监控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优化:工具清单缓存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发现结果缓存+版本标记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失效:连接重建时刷新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减少冷启动延迟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30/31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解决了 FC 没解决的什么问题?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Tools/Resources/Prompts 各举一例?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三层权限收敛如何设计?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升级的风险如何防控?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31/31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