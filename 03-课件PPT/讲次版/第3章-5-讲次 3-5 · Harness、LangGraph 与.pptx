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3.5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3-5 · Harness、LangGraph 与 Codebase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Agent Loop、State Machine 与 Codebase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  <p:sp>
        <p:nvSpPr>
          <p:cNvPr id="13" name="Oval 12"/>
          <p:cNvSpPr/>
          <p:nvPr/>
        </p:nvSpPr>
        <p:spPr>
          <a:xfrm>
            <a:off x="9372600" y="4514850"/>
            <a:ext cx="1066800" cy="1066800"/>
          </a:xfrm>
          <a:prstGeom prst="ellipse">
            <a:avLst/>
          </a:prstGeom>
          <a:noFill/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48800" y="4591050"/>
            <a:ext cx="914400" cy="9144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4895850"/>
            <a:ext cx="1066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59E0B"/>
                </a:solidFill>
                <a:latin typeface="PingFang SC"/>
              </a:rPr>
              <a:t>AEP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1100" y="5638800"/>
            <a:ext cx="22098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94A3B8"/>
                </a:solidFill>
                <a:latin typeface="PingFang SC"/>
              </a:rPr>
              <a:t>AI Agent 训练营 · 教研室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3-1 · 从 Tool Agent 到 Agent Loop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3-2 · Planning 与任务拆解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3-3 · State Machine 与 Checkpoint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3-4 · Sandbox 与执行边界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3-5 · Harness、LangGraph 与 Codebase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Lab3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2/33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3-5 · Harness、LangGraph 与 Codebase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Harness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模型+工具+状态+上下文+环境的组织框架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让 Agent 可配置/可追踪/可恢复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从"一次调用"到"任务执行系统"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orchestration 就是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4/33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Harness 五要素装配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819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8191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模型:Provider+Router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8288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18954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180975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180975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19812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7526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0193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019300"/>
            <a:ext cx="47625" cy="819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019300"/>
            <a:ext cx="8496300" cy="8191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工具:Registry 动态装配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28956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29622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287655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287655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运行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0480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28194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0861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086100"/>
            <a:ext cx="47625" cy="819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086100"/>
            <a:ext cx="8496300" cy="8191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D3A"/>
                </a:solidFill>
                <a:latin typeface="PingFang SC"/>
              </a:rPr>
              <a:t>状态:State+Checkpoint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39624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0290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394335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394335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恢复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1148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38862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1529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152900"/>
            <a:ext cx="47625" cy="819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152900"/>
            <a:ext cx="8496300" cy="8191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上下文:Context 管理器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0" y="50292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53138" y="50958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47850" y="5181600"/>
            <a:ext cx="8877300" cy="895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2150" y="49530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4D399"/>
                </a:solidFill>
                <a:latin typeface="PingFang SC"/>
              </a:rPr>
              <a:t>L5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05000" y="5219700"/>
            <a:ext cx="8763000" cy="8191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05000" y="5219700"/>
            <a:ext cx="47625" cy="819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57400" y="5219700"/>
            <a:ext cx="8496300" cy="81915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环境:Sandbox 边界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5/33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Harness 的装配五要素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模型:Provider+Router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工具集:Registry 动态装配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状态:State+Checkpoint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上下文:Context 管理器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环境:Sandbox 边界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五要素全部可配置替换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6/33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Agent 生命周期管理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创建→运行→挂起→恢复→终结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每个阶段有钩子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资源随生命周期释放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教学:构造即启动,Close 即清理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7/33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Human-in-the-loop 节点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改文件/删数据/外部请求前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挂起等待确认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平台:waiting_approval+confirmed 凭据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风险节点前置设计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8/33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LangGraph 核心对象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StateGraph:状态图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节点=动作,边=流转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条件边实现分支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Checkpointer 内置持久化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9/33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run 主循环:四出口实现 · src/agent_platform/orchestration/loop.py:128-176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04" y="762000"/>
            <a:ext cx="6336792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10/33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前沿①:编排生态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LangGraph 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生产化里程碑(Checkpointer 原生)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OpenAI Agents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Handoffs 范式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A2A 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跨厂商 Agent 互操作( discovery/card)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Decider 防腐层可对接任一框架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11/33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图对象四件套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StateGraph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状态承载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Node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动作(薄节点)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Edge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流转/条件分支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Checkpointer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每步持久化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12/33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LangGraph 关键能力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Interrupt:图内人工介入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ToolNode:工具节点标准化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循环与条件分支原生支持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Studio 可视化调试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13/33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三框架定位对比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LangGraph:状态图编排,控制力强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OpenAI Agents SDK:轻量,生态绑定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AgentScope:多 Agent 消息范式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选型:要控制力选 LangGraph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14/33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编排框架对比,维度,LangGraph,OpenAI SDK,AgentScope;范式,状态图,轻量代理,消息协作;控制力,强(DIY),中,中;生态,通用,绑定 OpenAI,多Agent;适合,精细控制,快速原型,协作仿真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15/33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与传统 Workflow 的关系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Workflow:确定性流程编排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LangGraph:状态+LLM 决策的混合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固定流程仍用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Dify 用户:节点思维可平移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16/33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Codebase Agent 工具清单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list_files/read_file/read_directory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search_code/write_file/apply_patch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run_test/run_command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git_diff/git_status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十件套覆盖开发日常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17/33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代码工具十件套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182118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list_files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目录结构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6580" y="172402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16580" y="1724025"/>
            <a:ext cx="182118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6898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898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7130" y="193357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search_code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8980" y="233362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关键词定位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85410" y="172402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85410" y="1724025"/>
            <a:ext cx="182118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3781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781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75960" y="193357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read_file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7810" y="233362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单文件读取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54240" y="172402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54240" y="1724025"/>
            <a:ext cx="182118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0664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4790" y="193357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read_directory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33362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目录概览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3070" y="172402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23070" y="1724025"/>
            <a:ext cx="182118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7547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7547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3620" y="193357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write_file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75470" y="233362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写入产出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7750" y="349567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7750" y="3495675"/>
            <a:ext cx="182118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38300" y="370522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apply_patch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0150" y="410527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精准修改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16580" y="349567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16580" y="3495675"/>
            <a:ext cx="182118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26898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6898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07130" y="370522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run_test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68980" y="410527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执行测试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85410" y="349567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185410" y="3495675"/>
            <a:ext cx="182118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33781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3781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75960" y="370522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run_command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7810" y="410527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白名单命令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54240" y="349567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54240" y="3495675"/>
            <a:ext cx="182118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40664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40664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44790" y="370522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git_diff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06640" y="410527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变更视图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23070" y="3495675"/>
            <a:ext cx="182118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23070" y="3495675"/>
            <a:ext cx="182118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47547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7547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13620" y="3705225"/>
            <a:ext cx="107823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git_status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75470" y="4105275"/>
            <a:ext cx="151638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仓库状态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18/33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任务一:代码理解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需求:找出登录逻辑,输出 Markdown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路径:search_code(auth)→read 相关文件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梳理调用链 → 生成文档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产物:模块说明+文件路径引用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Lab3 验收任务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19/33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代码理解任务流(实测)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60782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1828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1828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search_code(auth)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467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670" y="2667000"/>
            <a:ext cx="160782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3570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570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087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read 相关文件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222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91274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9209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2090" y="2667000"/>
            <a:ext cx="160782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6829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梳理调用链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3964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513016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0951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09510" y="2667000"/>
            <a:ext cx="160782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054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054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571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生成 Markdown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5706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734758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26930" y="2667000"/>
            <a:ext cx="16078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26930" y="2667000"/>
            <a:ext cx="160782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8796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8796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3130" y="2800350"/>
            <a:ext cx="145542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输出文件引用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74480" y="3238500"/>
            <a:ext cx="47625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956500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验收:输出含模块说明+文件路径引用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20/33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任务二:测试生成与修复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定位函数 → 分析既有测试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编写新测试 → 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读失败日志 → 修正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输出变更说明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典型的多轮纠错循环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21/33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测试修复循环(多轮纠错)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2192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239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39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定位函数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03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0300" y="2667000"/>
            <a:ext cx="12192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670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670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765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分析既有测试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336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2383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433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43350" y="2667000"/>
            <a:ext cx="12192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100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00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95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编写新测试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6766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37814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0" y="2667000"/>
            <a:ext cx="12192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626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执行 run_test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197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53244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0294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29450" y="2667000"/>
            <a:ext cx="12192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961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61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56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读失败日志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7627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68675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50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72500" y="2667000"/>
            <a:ext cx="12192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392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92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870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修正代码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3058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84105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115550" y="2667000"/>
            <a:ext cx="12192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115550" y="2667000"/>
            <a:ext cx="12192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58227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8227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1750" y="2800350"/>
            <a:ext cx="10668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再执行通过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8488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99536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072515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10800000">
            <a:off x="10682288" y="4010026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>
            <a:off x="7639050" y="4095750"/>
            <a:ext cx="3086100" cy="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16200000">
            <a:off x="7639050" y="40528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V="1">
            <a:off x="7639050" y="3867150"/>
            <a:ext cx="0" cy="228600"/>
          </a:xfrm>
          <a:prstGeom prst="line">
            <a:avLst/>
          </a:prstGeom>
          <a:ln w="20320">
            <a:solidFill>
              <a:srgbClr val="F59E0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Isosceles Triangle 56"/>
          <p:cNvSpPr/>
          <p:nvPr/>
        </p:nvSpPr>
        <p:spPr>
          <a:xfrm>
            <a:off x="7596188" y="3867150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39050" y="3848100"/>
            <a:ext cx="43053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9E0B"/>
                </a:solidFill>
                <a:latin typeface="PingFang SC"/>
              </a:rPr>
              <a:t>循环(loop)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22/33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应用:从岗位任务拆能力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开发岗:代码工具+项目记忆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QA 岗:测试工具+失败分析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运维岗:Shell+监控+回滚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能力包=第5章 Skill 的雏形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23/33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岗位→能力包映射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开发岗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代码工具+项目记忆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QA 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测试工具+失败分析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运维岗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Shell+监控+回滚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分析岗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检索+报表生成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24/33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踩坑:Harness 过度抽象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为未来场景堆配置项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结果:没人会用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原则:三个真实场景驱动抽象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25/33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踩坑:LangGraph 全流程依赖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把业务逻辑全塞进图节点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平台代码不可测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建议:节点薄,领域逻辑在平台层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26/33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优化:Harness 的测试策略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五要素全部接口化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测试注入 Mock 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决策脚本化(平台 ScriptedDecider)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确定性测试是平台根基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27/33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编排层测试实测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uv run pytest -m unit tests/unit/orchestration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............ 12 passed in 0.31s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ScriptedDecider:决策脚本化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四条终止路径全覆盖(含死循环熔断)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无需真实模型即可回归编排层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28/33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Loop:四出口+死循环熔断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Planning:按任务选策略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状态机+Checkpoint:可恢复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Sandbox:三类边界最小权限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下一章:认知能力扩展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29/33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前沿②:Computer Use 与多模态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Computer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GUI 操作型 Agent(浏览器/桌面)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Browser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结构化网页操作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多模态输入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截图理解→操作决策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本平台延伸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Sandbox 内跑无头浏览器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30/33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Lab3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演示仓库完成代码理解任务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kill 后 resume_from 恢复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危险命令被 Sandbox 拦截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连续重复动作触发熔断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九态流转全程留痕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31/33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Harness 与 LangGraph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Harness 五要素如何注入测试?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LangGraph 与本平台 Loop 的映射?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Computer Use 型 Agent 的沙箱要求?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何时选 A2A 而非进程内子代理?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32/33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上下文:Agent 的认知带宽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记忆:短期/长期/项目级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RAG:让 Agent 查到该查的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目标里程碑 M4:Codebase RAG&amp;Memory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决定上限的不是模型,是喂了什么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第3章 · 33/33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534150"/>
            <a:ext cx="533400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教研室内部课件 · 讲次 05 · 3-5 · Harness、Lang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