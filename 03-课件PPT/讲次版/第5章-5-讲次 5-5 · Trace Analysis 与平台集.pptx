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5-5 · Trace Analysis 与平台集成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失败诊断的起点:Trace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问题:Agent 为什么答错了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答案藏在执行轨迹里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逐段回放:计划/检索/工具/推理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归因①:Prompt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指令不清晰/约束冲突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输出格式不稳定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处方:改模板+回归验证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归因②:上下文问题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关键信息缺失/无关信息过多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上下文污染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处方:调整装配策略与预算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归因③:检索问题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召回不到/排序错/来源不可靠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处方:分块/检索词/Rerank 调优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第4章四指标定位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归因④:工具与执行问题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选错工具/参数错误/权限拦截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超时/外部服务不可用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死循环/子 Agent 委托错误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处方:工具治理+Runtime 加固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归因⑤:模型能力与幻觉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推理/长上下文能力不足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结论无证据支撑/引用不准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处方:换模型/加约束/加审查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归因⑥:评测自身误判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规则太严/Judge 偏置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别急着改 Agent,先验评测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UIM 教训:先验证再动手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失败样本聚类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按归因维度聚类统计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Top3 失败模式优先修复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修复 ROI 排序依据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六角色协作分析任务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Supervisor 拆解调度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Architecture/Test/Security/Performance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Documentation+Report 汇总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平台六个 Worker 可直接实装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前沿①:多 Agent 互操作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A2A 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Card 发现+任务委派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Anthropic.subagents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子代理即一等公民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Supervisor→Handoffs 范式融合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SubagentTask+aspect 仲裁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可维护性分析六角色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拆解调度决策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模块边界/依赖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覆盖率/缺失测试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鉴权/注入/越权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慢查询/缓存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合并冲突成文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平台能力清单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Benchmark 管理/批量运行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Prompt/Model/RAG 策略对比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Trace 记录+Judge+人工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成功率/成本/耗时统计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失败聚类+回归报告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平台已具备核心件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前沿②:评测即基础设施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LLM-as-Judge 标准化(评分卡+理由)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在线评测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流量抽样回流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成本评测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每任务 $ 曲线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EvalRunner+回归门禁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平台分层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管理层:Benchmark 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批量运行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执行层:Agent 运行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指标计算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Judge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运行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分析层:失败聚类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回归报告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前后对比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分析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集成:CI 门禁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 阻断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17/35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应用:一次真实的迭代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现象:修复率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Trace:20% 失败在"读错文件"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修复:检索+引用强化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复测:85%,回归无退化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数据闭环全流程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数据驱动迭代实例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修复率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5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50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0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20% 失败在读错文件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检索+引用强化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复测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85% 回归无退化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踩坑:只看成功率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95% 但成本翻倍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指标要一起看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多指标联合决策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踩坑:过拟合评测集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反复针对 20 题调优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真实任务反而变差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治理:保留隐藏评测集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前沿③:评测科学化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SWE-bench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人工核验子集防污染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用任务成功率当奖励直接训练(2026 主线)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红队自动化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对抗样本库持续攻防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在线 A/B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多臂老虎机自动择优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优化:失败注入测试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主动制造工具故障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验证恢复率与降级路径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DPC 契约测试思想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 Analysis 的操作流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定位失败 case → 打开 Trace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 span 检查:哪步开始偏离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归因打标 → 进聚类库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失败样本是迭代路线图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从修复到防复发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每个失败样本 → 一条回归用例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修复同时扩充 Golden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评测集随故障增长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防复发闭环-&gt;失败样本-&gt;归因定位-&gt;修复改动-&gt;新回归用例-&gt;CI 全量-&gt;合入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note=评测集随故障增长=复利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归因速查表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六大类失败 → 对应处方一页纸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贴在工位,排查先对表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课堂演练:三次真实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27/35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失败归因六类速查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指令不清/约束冲突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缺失/污染/超窗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未召回/排序错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选错/参数错/超时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能力不足/幻觉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规则误判(先验它)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28/35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协作:三模式+隔离+仲裁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委托:八要素+聚合复核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Skill:方法论资产化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Eval:数据驱动的护城河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下一章:上生产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29/35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数据驱动的迭代文化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每次变更:先跑回归再合并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每次故障:先归因再修复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每个季度:评测集大盘点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护城河是习惯,不是工具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30/35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迭代纪律三数字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回归覆盖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每次改动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容忍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regressed 非空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答辩讲清一次迭代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31/35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Lab5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六角色产出可维护性报告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Golden Set ≥20 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一次 Prompt 改动回归对比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失败样本聚类分析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冲突仲裁案例演示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32/35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评测平台化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LLM-as-Judge 三偏置的对策?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在线评测如何抽样回流?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A2A 的 Agent Card 含什么?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成本评测的曲线怎么画?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33/35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Worker 结果 · src/agent_platform/multi_agent/supervisor.py:20-40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753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34/35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部署形态与推理服务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缓存体系与成本治理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可观测性:Trace/Replay/告警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M6:Production 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从能跑到敢上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35/35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5-5 · Trace Analys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