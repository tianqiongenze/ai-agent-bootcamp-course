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4-3 · Memory 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Context Engineering、Memory 与 Codebase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Lab4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2/27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三层记忆全景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短期:当前会话/任务状态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长期:跨任务的用户与经验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项目级:仓库级约定与事实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MemoryStore 三区齐备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Memory 三层体系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项目级:技术栈/构建命令/约定(随仓库);长期:偏好/历史/经验(带置信度);短期:会话与任务状态(易失)|生命周期:仓库级 &gt; 跨任务 &gt; 单会话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项目级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技术栈/构建命令/约定(随仓库)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长期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偏好/历史/经验(带置信度)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短期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会话与任务状态(易失)|生命周期:仓库级 &gt; 跨任务 &gt; 单会话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5/27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短期记忆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载体:会话上下文+WM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内容:目标/状态/活跃事实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生命周期:会话即生命周期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丢了也不心疼的部分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三层记忆量化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3^层^短/长/项目;0.8^默认置信度^长期条目;24h^TTL^时效记忆示例|项目级随 Git 演进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短/长/项目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0.8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默认置信度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长期条目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24h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TTL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时效记忆示例|项目级随 Git 演进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三层记忆对比,层,载体,生命周期,示例;短期,会话+WM,单任务,当前目标;长期,MemoryStore 检索,跨任务,用户偏好;项目级,随仓库文件,仓库级,构建命令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长期记忆:写什么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用户偏好:输出风格/常用操作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历史任务:成败与原因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常用工具组合与经验教训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记忆是积累出来的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长期记忆:怎么管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写入:任务结束时提炼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检索:按相关性召回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更新:矛盾记忆去旧存新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删除:过期/错误清除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10/27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记忆写入流程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任务完成:提取候选;写入校验:防污染(置信+来源);检索召回:关键词/相似;失败触发:更新过期条目;定期运营:清理低质|记忆是运营出来的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任务完成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提取候选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写入校验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防污染(置信+来源)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检索召回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关键词/相似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失败触发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更新过期条目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定期运营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清理低质|记忆是运营出来的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11/27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记忆可信度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来源分级:用户确认&gt;系统提炼&gt;模型推测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使用时按置信度加权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低置信不进关键决策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LongTermMemory.confidence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项目级记忆:写什么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目录结构与技术栈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构建/测试/部署命令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编码规范与常见故障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历史修复经验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Codebase Agent 的项目档案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13/27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项目记忆的载体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README/CLAUDE 类约定文件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 JSON 随仓库走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版本化:随 Git 提交演进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set_project 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任务摘要与状态恢复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上下文被截断后的续命符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内容:目标/进度/关键结论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恢复时注入新上下文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task_summary() 即此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15/27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记忆策略对比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无记忆:每任务从零,稳定但重复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全量记忆:成本高,噪声大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检索式记忆:按需召回,平衡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对比维度:成功率/成本/延迟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16/27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search_long 检索实测,$ mem.add_long("项目约定:测试用 pytest", "wiki");$ mem.search_long("pytest");LongTermMemory(content='项目约定:测试用 pytest',confidence=0.8);# 命中按子串,生产换向量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tests 真实输出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tests 真实输出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17/27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应用:个性化助手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记住用户称呼与偏好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记住常用报表格式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下次直接按偏好输出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18/27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应用:团队经验沉淀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故障修复过程自动提炼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相似故障直接召回方案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组织级记忆资产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19/27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经验入库流程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任务完成:提取候选经验;写入:带置信度与来源;使用:下次检索召回;修正:失败触发更新;淘汰:TTL+低置信清理|组织级记忆资产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任务完成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提取候选经验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写入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带置信度与来源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下次检索召回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修正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失败触发更新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淘汰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TTL+低置信清理|组织级记忆资产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20/27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踩坑:记忆污染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错误结论被存成长期记忆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后续任务反复引用错误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防护:写入前校验+置信度标记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出口:定期审计清理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21/27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踩坑:记忆过时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构建命令改了记忆没更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一直用旧命令失败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防护:验证失败即触发记忆更新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22/27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优化:记忆的 TTL 与衰减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时间敏感记忆带过期时间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长期不用的衰减降权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命中才续期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23/27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优化:记忆冲突消解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新旧记忆矛盾时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规则:时间新+来源高者胜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冲突清单人工复核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24/27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25/27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三层记忆各自的生命周期?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记忆可信度怎么定级?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项目级记忆为什么随仓库走?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记忆污染如何治理?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26/27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Memory · src/agent_platform/context_memory/memory.py:14-56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27/27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4-3 · Memory 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