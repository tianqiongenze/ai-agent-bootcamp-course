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3-3 · State Machine 与 Checkpoint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Agent Loop、State Machine 与 Codebase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Lab3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2/26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 Agent 需要状态机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长程任务横跨多次请求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状态散落各处=不可恢复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显式状态=可观测/可恢复/可审计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任务九态全景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created → planning → 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waiting_tool / tool_failed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completed / failed / cancelled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AgentState 枚举即此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状态迁移规则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created→planning:拿到目标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planning→running:计划就绪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running→waiting_tool:发起调用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waiting_tool→running/tool_failed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任何态→cancelled:用户取消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审批分支补充图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4750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4750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190500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0" y="190500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waiting_approval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50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4750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3524250"/>
            <a:ext cx="2228850" cy="1047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0" y="3524250"/>
            <a:ext cx="222885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cancelled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428875"/>
            <a:ext cx="152400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6010276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2550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高危动作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943600" y="2428875"/>
            <a:ext cx="1266825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6200000">
            <a:off x="5943600" y="238601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3562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approved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10425" y="2952750"/>
            <a:ext cx="0" cy="571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7167563" y="34385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4187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拒绝/超时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29175" y="2952750"/>
            <a:ext cx="0" cy="5715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4786313" y="34385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2937" y="2105025"/>
            <a:ext cx="1714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finish|HITL 的一等公民态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7/26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步骤状态:细粒度记录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当前步骤/工具名/输入参数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工具输出/失败原因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重试记录/下一步决策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排查问题的第一手材料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Checkpoint 内容四件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当前 AgentState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工具+参数+输出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obs_history 全量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版本+修订记录|最小集:够恢复就行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9/26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Checkpoint:什么必须存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任务状态+目标+run_id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已执行步骤与观察历史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计划(若有)与版本信息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最小集原则:够恢复就行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断点恢复时序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AgentLoop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CheckpointStore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进程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每轮 save(深拷贝)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33500" y="26289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kill -9 模拟崩溃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58500" y="34480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1344276" y="34051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1430000" y="34480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11387138" y="35718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0858500" y="36576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0858500" y="36147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53750" y="31813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重启加载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resume_from 续跑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历史观察完整带入→finalize|实测:test_checkpoint_resumes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11/26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Checkpoint 时机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每轮循环结束即保存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工具执行前后双保险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状态迁移原子写入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平台:深拷贝防共享可变状态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中断恢复实战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kill 进程模拟崩溃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重启后 resume_from 加载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从最后观察点继续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平台测试:test_checkpoint_resumes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DatabaseRouter:异步写会话+锚定 · src/agent_platform/shared/dao.py:34-52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362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14/26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kill/resume 演示实录,$ kill -9 &lt;agent-pid&gt;  # 模拟崩溃;进程消失,Checkpoint 已落盘;$ loop2 = AgentLoop(resume_from=run_id);COMPLETED  历史观察完整带回;# 每轮 save(深拷贝)是底气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tests 真实复现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tests 真实复现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15/26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失败任务复现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失败时保存完整现场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Replay:同输入重执行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修复后验证行为变化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第6章 ReplayStore 的雏形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16/26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人工接管后续跑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waiting_approval 挂起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人工批准/修改参数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从确认点继续执行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确认记录进审计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17/26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人工接管时序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控制台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人工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waiting_approval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展示上下文+风险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修改参数/批准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从确认点续跑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拒绝→cancelled|接管记录进审计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18/26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应用:长任务控制台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任务列表:状态/进度/耗时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详情:步骤时间线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操作:取消/接管/重试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GraphQL 查询面的典型消费方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19/26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任务控制台信息架构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GraphQL BFF 的典型消费方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50" y="952500"/>
            <a:ext cx="85344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列表页:状态/进度/耗时/租户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400" y="1976437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8350" y="2224087"/>
            <a:ext cx="85344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详情页:步骤时间线+观察流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3248024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下钻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8350" y="3495674"/>
            <a:ext cx="85344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操作区:取消/接管/重试/确认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0" y="4519611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操作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8350" y="4767261"/>
            <a:ext cx="85344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数据面:GraphQL 查询+Trace|GraphQL BFF 的典型消费方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20/26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踩坑:状态与缓存不一致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Redis 缓存状态,PG 是事实源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缓存过期读旧态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规则:写双清,读以 PG 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读写分离下读己之写回主库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21/26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踩坑:Checkpoint 太大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全量上下文每轮都存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存储爆炸,恢复变慢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优化:增量+摘要,大观察外置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22/26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优化:状态机代码化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迁移表驱动而非 if-else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非法迁移直接抛错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迁移全量留痕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平台枚举+显式迁移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23/26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优化:任务幂等重启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恢复后重复步骤自动跳过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步骤级幂等键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配合工具幂等设计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24/26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25/26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状态与检查点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九态中哪三个是挂起态?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Checkpoint 最小集包含什么?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缓存与事实源不一致怎么防?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为什么每轮都要落盘?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26/26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3-3 · State Machin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