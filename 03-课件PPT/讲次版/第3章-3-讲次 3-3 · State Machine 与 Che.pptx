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3.3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3-3 · State Machine 与 Checkpoint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Agent Loop、State Machine 与 Codebase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3-1 · 从 Tool Agent 到 Agent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3-2 · Planning 与任务拆解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3-3 · State Machine 与 Checkpoint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3-4 · Sandbox 与执行边界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3-5 · Harness、LangGraph 与 Codebase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Lab3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2/26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3-3 · State Machine 与 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为什么 Agent 需要状态机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长程任务横跨多次请求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状态散落各处=不可恢复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显式状态=可观测/可恢复/可审计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任务九态全景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created → planning → running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waiting_tool / tool_failed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waiting_approval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completed / failed / cancelled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AgentState 枚举即此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5/26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状态迁移规则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created→planning:拿到目标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planning→running:计划就绪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running→waiting_tool:发起调用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waiting_tool→running/tool_failed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任何态→cancelled:用户取消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6/26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审批分支补充图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24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24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running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77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77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waiting_approval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4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24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completed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7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7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cancelled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14875" y="2276475"/>
            <a:ext cx="2695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73247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00687" y="2124075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00687" y="2124075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高危动作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4781550" y="2276475"/>
            <a:ext cx="2695575" cy="0"/>
          </a:xfrm>
          <a:prstGeom prst="line">
            <a:avLst/>
          </a:prstGeom>
          <a:ln w="19050">
            <a:solidFill>
              <a:srgbClr val="F871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6200000">
            <a:off x="4781550" y="2233613"/>
            <a:ext cx="85725" cy="85725"/>
          </a:xfrm>
          <a:prstGeom prst="triangl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29262" y="2124075"/>
            <a:ext cx="12001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29262" y="2124075"/>
            <a:ext cx="12001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approved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572500" y="2552700"/>
            <a:ext cx="0" cy="809625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0800000">
            <a:off x="8529638" y="3276601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8138" y="2805112"/>
            <a:ext cx="1228725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8138" y="2805112"/>
            <a:ext cx="1228725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拒绝/超时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619500" y="2552700"/>
            <a:ext cx="0" cy="809625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10800000">
            <a:off x="3576638" y="3276601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128963" y="2805112"/>
            <a:ext cx="981075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28963" y="2805112"/>
            <a:ext cx="981075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finish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7/26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步骤状态:细粒度记录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当前步骤/工具名/输入参数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工具输出/失败原因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重试记录/下一步决策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排查问题的第一手材料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Checkpoint 内容四件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状态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当前 AgentState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步骤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工具+参数+输出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观察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obs_history 全量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计划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版本+修订记录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9/26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Checkpoint:什么必须存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任务状态+目标+run_id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已执行步骤与观察历史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计划(若有)与版本信息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最小集原则:够恢复就行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断点恢复时序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AgentLoop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CheckpointStore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进程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每轮 save(深拷贝)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33500" y="2628900"/>
            <a:ext cx="952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kill -9 模拟崩溃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58500" y="34480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11344276" y="34051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1430000" y="34480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11387138" y="35718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H="1">
            <a:off x="10858500" y="36576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6200000">
            <a:off x="10858500" y="36147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53750" y="31813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重启加载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333500" y="426720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resume_from 续跑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333500" y="50863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1819276" y="50434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1905000" y="50863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0800000">
            <a:off x="1862138" y="52101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H="1">
            <a:off x="1333500" y="5295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16200000">
            <a:off x="1333500" y="5253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28750" y="48196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历史观察完整带入→finalize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11/26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Checkpoint 时机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每轮循环结束即保存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工具执行前后双保险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状态迁移原子写入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平台:深拷贝防共享可变状态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中断恢复实战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kill 进程模拟崩溃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重启后 resume_from 加载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从最后观察点继续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平台测试:test_checkpoint_resumes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DatabaseRouter:异步写会话+锚定 · src/agent_platform/shared/dao.py:34-52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43627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14/26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kill/resume 演示实录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kill -9 &lt;agent-pid&gt;  # 模拟崩溃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进程消失,Checkpoint 已落盘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loop2 = AgentLoop(resume_from=run_id)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COMPLETED  历史观察完整带回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每轮 save(深拷贝)是底气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15/26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失败任务复现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失败时保存完整现场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Replay:同输入重执行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修复后验证行为变化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第6章 ReplayStore 的雏形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16/26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人工接管后续跑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waiting_approval 挂起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人工批准/修改参数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从确认点继续执行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确认记录进审计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17/26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人工接管时序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Agent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控制台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人工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waiting_approval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展示上下文+风险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6096000" y="34480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60960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32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修改参数/批准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333500" y="426720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07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从确认点续跑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50863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9075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拒绝→cancelled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18/26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应用:长任务控制台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任务列表:状态/进度/耗时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详情:步骤时间线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操作:取消/接管/重试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GraphQL 查询面的典型消费方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19/26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任务控制台信息架构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84963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列表页:状态/进度/耗时/租户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查询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5000" y="2224087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2224087"/>
            <a:ext cx="84963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详情页:步骤时间线+观察流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下钻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5000" y="3495674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3495674"/>
            <a:ext cx="84963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操作区:取消/接管/重试/确认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操作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57400" y="4767261"/>
            <a:ext cx="84963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数据面:GraphQL 查询+Trace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20/26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踩坑:状态与缓存不一致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Redis 缓存状态,PG 是事实源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缓存过期读旧态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规则:写双清,读以 PG 兜底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读写分离下读己之写回主库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21/26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踩坑:Checkpoint 太大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全量上下文每轮都存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存储爆炸,恢复变慢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优化:增量+摘要,大观察外置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22/26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优化:状态机代码化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迁移表驱动而非 if-else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非法迁移直接抛错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迁移全量留痕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平台枚举+显式迁移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23/26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优化:任务幂等重启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恢复后重复步骤自动跳过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步骤级幂等键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配合工具幂等设计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24/26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3-3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25/26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状态与检查点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九态中哪三个是挂起态?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Checkpoint 最小集包含什么?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缓存与事实源不一致怎么防?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为什么每轮都要落盘?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26/26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3-3 · State Machin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