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2-2 · Tool Registry 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Function Calling、Tool Runtime 与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2-1 · Function Calling 与 Tool Use 原理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2-2 · Tool Registry 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2-3 · 工具治理与安全边界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2-4 · MCP 协议与接入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2-5 · Agent Tool Runtime 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Lab2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2/34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2-2 · Tool Registry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Registry 的定位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工具的"应用商店"后端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注册/发现/元数据/分类/版本/启停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模型看到的工具清单从这里出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Registry 六项能力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register(spec,fn)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发现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关键词检索 discover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元数据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业务域/负责人/依赖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分类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业务/读写/风险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版本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升级走审批灰度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启停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热下线不发版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5/34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注册:一行代码的仪式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register(spec, fn) 收录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重名即冲突,防误覆盖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spec 与实现强绑定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平台在测试里演示全套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发现:让 Agent 找到工具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按关键词搜名称与描述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按分类/风险过滤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只暴露 enabled 的工具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discover("天气") 立即可用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discover 检索实测,$ reg.discover("天气");ToolSpec(name='get_weather', risk=READ);$ reg.discover("删除");(空)  # 已 disable 的不出现;# 只返回 enabled:下线即刻生效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tests 真实断言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3500" y="952500"/>
            <a:ext cx="9525000" cy="5048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95250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049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260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250" y="108585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1250" y="95250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2100" y="1485900"/>
            <a:ext cx="9067800" cy="4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tests 真实断言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8/34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元数据:超越函数签名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业务域/负责人/依赖服务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所需密钥与外部资源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文档链接与变更记录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元数据是治理的原料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分类维度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业务类型:查询/写入/通知/计算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读写属性:READ/WRITE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风险级别:READ/WRITE/DANGEROUS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一个工具可有多分类标签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工具三维护分类,业务域,读写属性,风险级别;查询类,READ,低;写入类,WRITE,中;运维类,WRITE/高危,高;数据销毁,DANGEROUS,极高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11/34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版本管理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变更必须升版本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兼容旧参数一个周期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灰度:新旧版本并存按流量切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SkillRegistry 同思路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工具版本生命周期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注册:Schema+实现绑定;上架:审批+文档;灰度:10% 流量验证;全量:健康分达标;下线:一键热禁用|平台 disable() 已实现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注册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Schema+实现绑定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上架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审批+文档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灰度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10% 流量验证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全量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健康分达标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下线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一键热禁用|平台 disable() 已实现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13/34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依赖声明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该工具依赖哪些服务/密钥/DB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启动时健康检查依赖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缺依赖 → 工具自动禁用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避免运行时才发现不可用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14/34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工具依赖拓扑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缺依赖→启动即自动禁用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47850" y="9144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38350" y="952500"/>
            <a:ext cx="184785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工具层:search_code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850" y="95250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385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7200" y="952500"/>
            <a:ext cx="184785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query_db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2700" y="95250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27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6050" y="952500"/>
            <a:ext cx="184785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send_mail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1550" y="95250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155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24900" y="952500"/>
            <a:ext cx="184785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run_test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215265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221932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0" y="2095500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调用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47850" y="230505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05000" y="234315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050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8350" y="2343150"/>
            <a:ext cx="184785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服务层:Milvus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33850" y="234315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3385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7200" y="2343150"/>
            <a:ext cx="184785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PG 只读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2700" y="234315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627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6050" y="2343150"/>
            <a:ext cx="184785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SMTP 网关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1550" y="234315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155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24900" y="2343150"/>
            <a:ext cx="184785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CI Runner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6000" y="3543300"/>
            <a:ext cx="0" cy="152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10800000">
            <a:off x="6053138" y="3609976"/>
            <a:ext cx="85725" cy="85725"/>
          </a:xfrm>
          <a:prstGeom prst="triangl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8400" y="3486150"/>
            <a:ext cx="2095500" cy="247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连接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47850" y="36957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50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050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38350" y="373380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凭据层:DB 密钥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768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768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150" y="373380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API Key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486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486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81950" y="3733800"/>
            <a:ext cx="2590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SMTP Token|缺依赖→启动即自动禁用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15/34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启停管理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高危/异常工具一键下线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下线是热操作,不发版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Runbook 标配动作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disable()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16/34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应用:企业工具目录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搜索/查库/发邮件/生成报表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每个工具标注风险等级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新工具走上架审批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工具目录即治理抓手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17/34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应用:动态工具装配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按任务挑 5~10 个相关工具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避免全量注入挤占上下文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工具越多选择准确率越低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第3章 Harness 复用此能力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18/34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踩坑:共享可变状态污染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平台真实事故:disable 直接改共享 spec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一个测试下线工具,后续测试全挂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修复:启停状态收归 Registry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教学价值:隔离边界要画清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19/34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测试污染事故复盘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disable 改共享 spec;后续 3 个权限测试连环假失败;单跑全绿/全量必红;根因:可变共享状态;修复:启停收归 Registry;回归:加隔离用例|教学级真实案例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disable 改共享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51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812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8120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764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后续 3 个权限测试连环假失败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64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58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719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719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71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单跑全绿/全量必红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1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65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626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6260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578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根因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78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可变共享状态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2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533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33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485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修复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85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启停收归 Registry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619500"/>
            <a:ext cx="285750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9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87171"/>
                </a:solidFill>
                <a:latin typeface="PingFang SC"/>
              </a:rPr>
              <a:t>回归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9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加隔离用例|教学级真实案例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20/34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踩坑:描述与实现漂移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文档说只读,实现里写了库表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防护:CI 扫描写操作关键词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治本:权限模型以代码为准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21/34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优化:工具选择评测集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30 条任务→期望工具标注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描述改动跑一遍评测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选择准确率纳入 CI 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22/34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优化:工具的幂等设计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同参数重复调用结果不变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支持重试而不副作用翻倍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非幂等工具强制人工确认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23/34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优化:慢工具降级路径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预测耗时&gt;阈值的工具给降级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返回近似结果+标记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保证 Agent 主链路不断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24/34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25/34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Registry 的存储选型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教学版:内存 dict,重启即空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生产版:PG 表+Redis 缓存清单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关键:变更走审批留版本记录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平台接口不变,实现可替换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26/34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发现的排序策略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命中多个时按什么排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相关度+健康分+风险偏好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只读场景优先 READ 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排序直接影响模型选择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27/34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工具的灰度发布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新版本先 10% 流量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观察成功率与参数错误率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达标全量,异常一键回退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与第6章 FeatureFlags 同机制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28/34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应用:多团队工具共建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平台组维护通用工具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业务组维护领域工具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命名空间隔离+上架审批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避免"工具打架"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29/34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踩坑:发现接口被滥用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业务直查 Registry 绕过模型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绕过了权限与审计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治理:发现仅服务 Agent 装配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30/34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优化:Schema 自动对账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 对比文档描述与代码签名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不一致即红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描述漂移的自动化防线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31/34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优化:工具依赖拓扑图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依赖声明生成可视化拓扑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上游故障快速定位影响工具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 Runbook 联动禁用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32/34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Tool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工具下线为什么必须是热操作?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版本升级的兼容窗口怎么定?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动态装配为什么不全量注入?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你如何验证工具描述改好了?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33/34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执行管线 · src/agent_platform/tools/runtime.py:196-236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75" y="762000"/>
            <a:ext cx="745504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34/34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02 · 2-2 · Tool Registr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