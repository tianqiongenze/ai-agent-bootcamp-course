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5.3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5-3 · Skill 系统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Multi-Agent、Skill 与 Agent Eval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5-1 · Multi-Agent 模式与边界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5-2 · Subagent 任务委托与聚合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5-3 · Skill 系统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5-4 · Agent Eval:核心护城河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5-5 · Trace Analysis 与平台集成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Lab5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2/26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5-3 · Skill 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某类任务的执行方法封装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输入输出规范+工具依赖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 模板+质量标准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能力包:可复用/可审查/可版本化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与 Tool 的区别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Tool:一个原子动作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Skill:一套方法论的编排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Skill 依赖多个 Tool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Function 是字,Skill 是文章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生命周期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注册 → 检索 → 匹配 → 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评估 → 版本管理 → 下线/复用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SkillRegistry 覆盖主干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七阶段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注册:名称/场景/步骤;检索:场景匹配;执行:编排工具;评估:质量标准达标;版本:递增强制;复用:跨场景调用;下线:低分淘汰|版本回退直接 ValueError</a:t>
            </a:r>
          </a:p>
        </p:txBody>
      </p:sp>
      <p:sp>
        <p:nvSpPr>
          <p:cNvPr id="6" name="Rectangle 5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注册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名称/场景/步骤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067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68275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82750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7800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检索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7800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场景匹配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8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75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7500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70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执行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70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编排工具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912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6725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67250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6250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评估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250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质量标准达标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83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59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595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54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版本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4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递增强制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757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65175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651750" y="3619500"/>
            <a:ext cx="2857500" cy="381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4700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87171"/>
                </a:solidFill>
                <a:latin typeface="PingFang SC"/>
              </a:rPr>
              <a:t>复用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4700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跨场景调用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144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39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下线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9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低分淘汰|版本回退直接 ValueError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7/26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注册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名称/适用场景/输入参数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输出格式/依赖工具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权限边界/评价标准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SkillDef 五字段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检索与匹配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按任务描述+上下文+历史经验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平台:2-gram 场景重叠匹配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阈值 2 过滤噪声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更智能可换向量匹配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技能匹配时序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任务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Registry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评分器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任务描述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场景 2-gram 重叠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60960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60960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32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阈值≥2 候选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333500" y="426720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07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最高分 Skill 返回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333500" y="50863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819276" y="50434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905000" y="50863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1862138" y="52101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295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253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28750" y="48196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未命中→通用流程|阈值 2 过滤噪声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10/26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顺序/并行/条件分支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人工确认节点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失败恢复路径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编排结果=微型工作流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find:2-gram 场景匹配 · src/agent_platform/multi_agent/skill.py:40-56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1432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12/26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复用三场景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跨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同一技能多主体用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跨业务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方法论通用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跨项目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目录随仓库走|一次沉淀处处受益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组合模式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复用三次再抽象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21621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216217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954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954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20097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顺序:上游产出喂下游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29025" y="2667000"/>
            <a:ext cx="21621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29025" y="2667000"/>
            <a:ext cx="216217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6723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723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5225" y="2800350"/>
            <a:ext cx="20097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并行:独立子任务 gather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76575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346710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0" y="2667000"/>
            <a:ext cx="21621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2667000"/>
            <a:ext cx="216217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3901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3901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7000" y="2800350"/>
            <a:ext cx="20097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条件:按结果分支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84835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62388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72575" y="2667000"/>
            <a:ext cx="21621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72575" y="2667000"/>
            <a:ext cx="216217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1107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107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8775" y="2800350"/>
            <a:ext cx="20097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确认:高危节点 HITL|复用三次再抽象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620125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90106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编排结果=微型工作流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14/26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版本管理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版本必须递增(平台强制)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变更记录+评估数据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灰度:新旧版本按流量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倒退版本直接 ValueError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15/26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版本状态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14750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14750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0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0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review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14750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4750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active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0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0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deprecated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43600" y="242887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6010276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2550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提交评审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5943600" y="2428875"/>
            <a:ext cx="1266825" cy="161925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3082277">
            <a:off x="5927149" y="3971505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43562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评估达标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43600" y="404812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6010276" y="4005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62550" y="372427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低分下线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5943600" y="2428875"/>
            <a:ext cx="1266825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6200000">
            <a:off x="5943600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43562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打回修改|版本必须递增(强制)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16/26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复用的价值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跨 Agent/跨场景/跨项目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减少重复 Prompt 与流程设计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一次沉淀,处处受益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17/26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registry.find 实测,$ reg.find("帮我做一次生产事故复盘 分析根因");SkillDef(name='incident-review', version='2.0');$ reg.register(同名 version='1.5');ValueError: version must increase;# 倒退注册直接拒绝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tests 真实断言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tests 真实断言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18/26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应用:竞品分析 Skill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步骤:搜集/交叉验证/分析/成文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质量:每个结论两条独立来源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Capstone A 直接使用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19/26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应用:事故复盘 Skill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步骤:时间线/根因/改进项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输出:复盘报告模板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经验方法论的标准化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20/26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踩坑:Skill 大而全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一个 Skill 想覆盖所有场景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匹配失准,执行僵硬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治理:按场景细拆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21/26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踩坑:版本升级无评估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拍脑袋升版本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旧场景退化无人知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规则:升级必须过回归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 Prompt 版本管理同理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22/26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优化:Skill 市场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团队内共享 Skill 目录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使用量/评分/评估数据展示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组织级能力复利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23/26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优化:Skill 的自动提炼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成功任务序列 → 候选 Skill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人工审核后入库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从实践中来,到实践中去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24/26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5-3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25/26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Skill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Skill 与 Tool 的边界?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版本为什么必须递增?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匹配失准的常见原因?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如何让 Skill 越用越准?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26/26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