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6.2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6-2 · 性能与成本优化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工程化、生产部署与可观测性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7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6-1 · 模型服务与推理部署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6-2 · 性能与成本优化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6-3 · 可观测性与监控告警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6-4 · 版本灰度回滚与平台封装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Lab6 验收清单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2/36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6-2 · 性能与成本优化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成本治理的全景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缓存:少调用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路由:调便宜的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预算:别调失控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监控:知道钱去哪了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四个手段组合使用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4/36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缓存体系总览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 Cache:前缀复用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Semantic Cache:语义命中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Embedding Cache:向量复算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RAG Cache / Tool Result Cache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平台规划为四级缓存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5/36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四级缓存体系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5855" y="1333500"/>
            <a:ext cx="232029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5855" y="1333500"/>
            <a:ext cx="57150" cy="1066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6355" y="1333500"/>
            <a:ext cx="8817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PingFang SC"/>
              </a:rPr>
              <a:t>L3 语义缓存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3971" y="1333500"/>
            <a:ext cx="1345768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向量相似 τ=0.92(42.2%)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41935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53138" y="2505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34802" y="2609850"/>
            <a:ext cx="3922395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4802" y="2609850"/>
            <a:ext cx="57150" cy="1066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302" y="2609850"/>
            <a:ext cx="14905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B8A6"/>
                </a:solidFill>
                <a:latin typeface="PingFang SC"/>
              </a:rPr>
              <a:t>L2 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3760" y="2609850"/>
            <a:ext cx="2274989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跨进程共享(TTL 分级)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369570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53138" y="37814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3750" y="3886200"/>
            <a:ext cx="55245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3750" y="388620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4250" y="3886200"/>
            <a:ext cx="20993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PingFang SC"/>
              </a:rPr>
              <a:t>L1 进程内 LRU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886200"/>
            <a:ext cx="32042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纳秒级(容量按热点)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6/36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Prompt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相同前缀命中推理侧缓存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 稳定是前提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动态内容放后段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零改造成本,先开它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前缀命中时序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推理服务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请求(system 稳定)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前缀 hash 查缓存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096000" y="34480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60960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命中→跳过重算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0" y="42672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32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未命中→算后写入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508635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响应(标注 hit)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8/36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Semantic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相似问题向量匹配直接回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阈值:0.92+ 高置信才命中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失效:知识更新时全清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命中率 30% = 三成成本蒸发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语义缓存三数字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0.92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相似阈值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42.2%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命中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实测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+32.3%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提升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对比仅精确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10/36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Embedding 与 RAG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文档向量一次计算多次使用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检索结果短期缓存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增量更新防陈旧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11/36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Tool Result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幂等读工具结果缓存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TTL 按数据新鲜度定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写工具永不缓存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第2章工具缓存的平台化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缓存失效策略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TTL:时间维度的兜底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主动失效:数据变更事件触发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版本失效:模型/Prompt 升级清空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宁可 miss,不可 stale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13/36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批处理与并发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Embedding 批量:一次打包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批量 Rerank/批量摘要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Eval Batch:评测夜间跑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批是吞吐的杠杆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14/36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并发队列设计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任务优先级:高优插队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排队等待上限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超时出队降级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队列深度是体验指标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15/36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模型路由:强弱分层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难任务强模型,杂任务小模型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路由依据:任务分类+历史成本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小模型优先,大模型兜底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ModelRouter 的链即此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16/36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Fallback 链设计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primary → fast →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失败原因驱动换链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attempts 全留痕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降级路径必须有测试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17/36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fallback 链状态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8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8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NORMAL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PRIMARY_FAIL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2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FAST_FAIL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8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8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LOCAL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DRAIN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89375" y="227647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8482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68700" y="2124075"/>
            <a:ext cx="1685925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8700" y="2124075"/>
            <a:ext cx="1685925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主模型 429/5x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91375" y="227647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81502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80237" y="2124075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0237" y="2124075"/>
            <a:ext cx="146685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fast 也失败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89375" y="370522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4848226" y="36623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97250" y="3552825"/>
            <a:ext cx="2028825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97250" y="3552825"/>
            <a:ext cx="2028825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全部熔断→人工兜底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6229350"/>
            <a:ext cx="9906000" cy="38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5400" y="6229350"/>
            <a:ext cx="96012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PingFang SC"/>
              </a:rPr>
              <a:t>非相邻转移:FAST_FAIL →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18/36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Token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任务级:单任务 Token 上限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用户级/租户级日预算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超限降级或告警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防失控的最后一道闸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19/36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缓存优先策略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请求先查语义缓存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命中直接回,零推理成本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未命中回源+写缓存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顺序错了就白搭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20/36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人工兜底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全链路失败转人工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兜底也是产品功能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兜底率是健康指标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21/36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限流与熔断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令牌桶:保护自身配额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熔断:下游故障快速失败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半开:探活恢复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第6章之前的 RWT 铁律落地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22/36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读写分离在平台中的落位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写:主库(任务/审计/状态)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读:从库(报表/Trace 查询)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读己之写:回主库强读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Compose 已配主从流复制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23/36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写读一致性时序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业务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Router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主库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从库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6350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7597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845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write_session 写主库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3500" y="2628900"/>
            <a:ext cx="952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锚定期读(TTL 5s)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333500" y="344805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13335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TTL 过→回从库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83500" y="42672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7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流复制追平≤30s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33500" y="5086350"/>
            <a:ext cx="952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10772776" y="50434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5. 报表/Trace 走从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24/36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成本分摊与报表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按模型/工具/团队/任务分摊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CostLedger:元/千 Token 计价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未定价模型显式暴露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成本可见才能优化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25/36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应用:客服机器人成本优化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意图分类用小模型(省 60%)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高频问题语义缓存(省 35%)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综合成本降 70%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真实案例的典型收益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26/36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踩坑:缓存击穿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热点键同时过期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瞬时大量回源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修复:互斥回源+逻辑过期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27/36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踩坑:小模型幻觉放大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该用强模型的任务强行降级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错误率上升,返工更贵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规则:质量红线任务不降级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28/36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优化:成本异常告警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小时级成本环比阈值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定位:模型/工具/团队维度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CostLedger 报表即数据源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29/36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优化:夜间批处理窗口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摘要/索引/评测挪到低峰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错峰降低限流冲突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调度器+优先级队列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30/36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6-2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31/36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语义缓存的评测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上线前:历史流量回放估命中率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错误命中抽样审计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命中率与错误率一起看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32/36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多级缓存一致性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写后失效顺序:先 L1 后远端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版本号贯穿各级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不一致的缓存比没有更危险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33/36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成本优化的度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优化不能伤质量红线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每项优化过回归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省钱的底线是质量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34/36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风控栈:注入→重放→限流 · src/agent_platform/security/guard.py:118-125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24093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35/36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性能与成本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四级缓存各自缓存什么?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语义缓存的命中阈值怎么定?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Token Budget 分几级?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为什么写工具不能缓存?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36/36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6-2 · 性能与成本优化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