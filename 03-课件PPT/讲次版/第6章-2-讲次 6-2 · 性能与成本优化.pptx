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6.2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6-2 · 性能与成本优化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工程化、生产部署与可观测性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  <p:sp>
        <p:nvSpPr>
          <p:cNvPr id="13" name="Oval 12"/>
          <p:cNvSpPr/>
          <p:nvPr/>
        </p:nvSpPr>
        <p:spPr>
          <a:xfrm>
            <a:off x="9372600" y="4514850"/>
            <a:ext cx="1066800" cy="1066800"/>
          </a:xfrm>
          <a:prstGeom prst="ellipse">
            <a:avLst/>
          </a:prstGeom>
          <a:noFill/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48800" y="4591050"/>
            <a:ext cx="914400" cy="9144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4895850"/>
            <a:ext cx="106680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59E0B"/>
                </a:solidFill>
                <a:latin typeface="PingFang SC"/>
              </a:rPr>
              <a:t>AEP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1100" y="5638800"/>
            <a:ext cx="22098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AI Agent 训练营 · 教研室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7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6-1 · 模型服务与推理部署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6-2 · 性能与成本优化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6-3 · 可观测性与监控告警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250" y="40767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495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6-4 · 版本灰度回滚与平台封装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Lab6 验收清单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下一章预告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2/36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6-2 · 性能与成本优化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6-2 · 性能与成本优化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6-2 · 性能与成本优化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成本治理的全景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缓存:少调用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路由:调便宜的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预算:别调失控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监控:知道钱去哪了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四个手段组合使用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4/36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6-2 · 性能与成本优化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缓存体系总览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Prompt Cache:前缀复用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Semantic Cache:语义命中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Embedding Cache:向量复算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RAG Cache / Tool Result Cache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平台规划为四级缓存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5/36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6-2 · 性能与成本优化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四级缓存体系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L3 语义缓存:向量相似 τ=0.92(42.2%);L2 Redis:跨进程共享(TTL 分级);L1 进程内 LRU:纳秒级(容量按热点)|Tool Result Cache:幂等读 60s|层级自底向上加速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935855" y="1333500"/>
            <a:ext cx="2320290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35855" y="1333500"/>
            <a:ext cx="57150" cy="10668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6355" y="1333500"/>
            <a:ext cx="8817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8B5CF6"/>
                </a:solidFill>
                <a:latin typeface="PingFang SC"/>
              </a:rPr>
              <a:t>L3 语义缓存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63971" y="1333500"/>
            <a:ext cx="1345768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75569"/>
                </a:solidFill>
                <a:latin typeface="PingFang SC"/>
              </a:rPr>
              <a:t>向量相似 τ=0.92(42.2%)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2419350"/>
            <a:ext cx="0" cy="17145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Isosceles Triangle 10"/>
          <p:cNvSpPr/>
          <p:nvPr/>
        </p:nvSpPr>
        <p:spPr>
          <a:xfrm rot="10800000">
            <a:off x="6053138" y="2505076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134802" y="2609850"/>
            <a:ext cx="3922395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34802" y="2609850"/>
            <a:ext cx="57150" cy="10668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25302" y="2609850"/>
            <a:ext cx="14905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4B8A6"/>
                </a:solidFill>
                <a:latin typeface="PingFang SC"/>
              </a:rPr>
              <a:t>L2 Redis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03760" y="2609850"/>
            <a:ext cx="2274989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75569"/>
                </a:solidFill>
                <a:latin typeface="PingFang SC"/>
              </a:rPr>
              <a:t>跨进程共享(TTL 分级)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96000" y="3695700"/>
            <a:ext cx="0" cy="17145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sosceles Triangle 16"/>
          <p:cNvSpPr/>
          <p:nvPr/>
        </p:nvSpPr>
        <p:spPr>
          <a:xfrm rot="10800000">
            <a:off x="6053138" y="3781426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333750" y="3886200"/>
            <a:ext cx="5524500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33750" y="3886200"/>
            <a:ext cx="57150" cy="1066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24250" y="3886200"/>
            <a:ext cx="20993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563EB"/>
                </a:solidFill>
                <a:latin typeface="PingFang SC"/>
              </a:rPr>
              <a:t>L1 进程内 LRU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43550" y="3886200"/>
            <a:ext cx="32042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75569"/>
                </a:solidFill>
                <a:latin typeface="PingFang SC"/>
              </a:rPr>
              <a:t>纳秒级(容量按热点)|Tool Result Cache:幂等读 60s|层级自底向上加速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6/36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6-2 · 性能与成本优化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Prompt Cache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相同前缀命中推理侧缓存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system 稳定是前提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动态内容放后段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零改造成本,先开它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7/36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6-2 · 性能与成本优化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前缀命中时序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Client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1435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435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Gateway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推理服务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33500" y="18097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60102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075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请求(system 稳定)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0" y="262890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10772776" y="25860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53250" y="23431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前缀 hash 查缓存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6096000" y="3448050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16200000">
            <a:off x="6096000" y="34051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53250" y="31623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3. 命中→跳过重算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96000" y="426720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10772776" y="42243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53250" y="39814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4. 未命中→算后写入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1333500" y="5086350"/>
            <a:ext cx="952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16200000">
            <a:off x="1333500" y="50434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48006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5. 响应(标注 hit)|零改造成本,先开它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8/36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6-2 · 性能与成本优化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Semantic Cache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相似问题向量匹配直接回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阈值:0.92+ 高置信才命中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失效:知识更新时全清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命中率 30% = 三成成本蒸发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9/36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6-2 · 性能与成本优化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语义缓存三数字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0.92^τ^相似阈值;42.2%^命中^实测;+32.3%^提升^对比仅精确|短查询(&lt;8字)强制 bypass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477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47750" y="1905000"/>
            <a:ext cx="317500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2563EB"/>
                </a:solidFill>
                <a:latin typeface="PingFang SC"/>
              </a:rPr>
              <a:t>0.92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相似阈值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0850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08500" y="1905000"/>
            <a:ext cx="3175000" cy="76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850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4B8A6"/>
                </a:solidFill>
                <a:latin typeface="PingFang SC"/>
              </a:rPr>
              <a:t>42.2%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850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命中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090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实测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692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69250" y="1905000"/>
            <a:ext cx="3175000" cy="76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692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8B5CF6"/>
                </a:solidFill>
                <a:latin typeface="PingFang SC"/>
              </a:rPr>
              <a:t>+32.3%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692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提升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16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对比仅精确|短查询(&lt;8字)强制 bypass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10/36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6-2 · 性能与成本优化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Embedding 与 RAG Cache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文档向量一次计算多次使用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检索结果短期缓存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增量更新防陈旧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11/36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6-2 · 性能与成本优化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Tool Result Cache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幂等读工具结果缓存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TTL 按数据新鲜度定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写工具永不缓存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第2章工具缓存的平台化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12/36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6-2 · 性能与成本优化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缓存失效策略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TTL:时间维度的兜底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主动失效:数据变更事件触发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版本失效:模型/Prompt 升级清空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宁可 miss,不可 stale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13/36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6-2 · 性能与成本优化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批处理与并发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Embedding 批量:一次打包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批量 Rerank/批量摘要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Eval Batch:评测夜间跑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批是吞吐的杠杆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14/36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6-2 · 性能与成本优化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并发队列设计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任务优先级:高优插队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排队等待上限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超时出队降级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队列深度是体验指标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15/36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6-2 · 性能与成本优化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模型路由:强弱分层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难任务强模型,杂任务小模型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路由依据:任务分类+历史成本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小模型优先,大模型兜底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ModelRouter 的链即此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16/36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6-2 · 性能与成本优化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Fallback 链设计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primary → fast → local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失败原因驱动换链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attempts 全留痕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降级路径必须有测试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17/36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6-2 · 性能与成本优化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fallback 链状态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24125" y="1905000"/>
            <a:ext cx="2228850" cy="1047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24125" y="1905000"/>
            <a:ext cx="222885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NORMAL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5375" y="1905000"/>
            <a:ext cx="2228850" cy="1047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05375" y="1905000"/>
            <a:ext cx="222885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PRIMARY_FAIL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86625" y="1905000"/>
            <a:ext cx="2228850" cy="1047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86625" y="1905000"/>
            <a:ext cx="222885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FAST_FAIL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24125" y="3524250"/>
            <a:ext cx="2228850" cy="1047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24125" y="3524250"/>
            <a:ext cx="222885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LOCAL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05375" y="3524250"/>
            <a:ext cx="2228850" cy="1047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05375" y="3524250"/>
            <a:ext cx="222885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DRAIN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752975" y="2428875"/>
            <a:ext cx="152400" cy="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5400000">
            <a:off x="4819651" y="2386013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71925" y="2105025"/>
            <a:ext cx="1714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主模型 429/5xx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134225" y="2428875"/>
            <a:ext cx="152400" cy="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sosceles Triangle 18"/>
          <p:cNvSpPr/>
          <p:nvPr/>
        </p:nvSpPr>
        <p:spPr>
          <a:xfrm rot="5400000">
            <a:off x="7200901" y="2386013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3175" y="2105025"/>
            <a:ext cx="1714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fast 也失败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4752975" y="2428875"/>
            <a:ext cx="3648075" cy="161925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Isosceles Triangle 21"/>
          <p:cNvSpPr/>
          <p:nvPr/>
        </p:nvSpPr>
        <p:spPr>
          <a:xfrm rot="14763917">
            <a:off x="4749289" y="3987874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43562" y="2105025"/>
            <a:ext cx="1714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回本地小模型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752975" y="4048125"/>
            <a:ext cx="152400" cy="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5400000">
            <a:off x="4819651" y="4005263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71925" y="3724275"/>
            <a:ext cx="1714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全部熔断→人工兜底|每级留痕+告警分级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18/36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6-2 · 性能与成本优化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Token Budget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任务级:单任务 Token 上限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用户级/租户级日预算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超限降级或告警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防失控的最后一道闸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19/36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6-2 · 性能与成本优化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缓存优先策略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请求先查语义缓存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命中直接回,零推理成本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未命中回源+写缓存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顺序错了就白搭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20/36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6-2 · 性能与成本优化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人工兜底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全链路失败转人工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兜底也是产品功能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兜底率是健康指标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21/36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6-2 · 性能与成本优化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限流与熔断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令牌桶:保护自身配额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熔断:下游故障快速失败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半开:探活恢复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第6章之前的 RWT 铁律落地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22/36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6-2 · 性能与成本优化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读写分离在平台中的落位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写:主库(任务/审计/状态)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读:从库(报表/Trace 查询)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读己之写:回主库强读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Compose 已配主从流复制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23/36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6-2 · 性能与成本优化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写读一致性时序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业务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55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Router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0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73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主库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68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从库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333500" y="1809750"/>
            <a:ext cx="6350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75977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8450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write_session 写主库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333500" y="2628900"/>
            <a:ext cx="952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10772776" y="25860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23431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锚定期读(TTL 5s)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1333500" y="3448050"/>
            <a:ext cx="952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16200000">
            <a:off x="1333500" y="34051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0" y="31623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3. TTL 过→回从库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683500" y="426720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5400000">
            <a:off x="10772776" y="42243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47000" y="39814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4. 流复制追平≤30s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333500" y="5086350"/>
            <a:ext cx="952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5400000">
            <a:off x="10772776" y="50434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0" y="48006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5. 报表/Trace 走从|读己之写实测通过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24/36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6-2 · 性能与成本优化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成本分摊与报表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按模型/工具/团队/任务分摊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CostLedger:元/千 Token 计价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未定价模型显式暴露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成本可见才能优化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25/36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6-2 · 性能与成本优化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应用:客服机器人成本优化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意图分类用小模型(省 60%)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高频问题语义缓存(省 35%)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综合成本降 70%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真实案例的典型收益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26/36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6-2 · 性能与成本优化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踩坑:缓存击穿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热点键同时过期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瞬时大量回源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修复:互斥回源+逻辑过期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27/36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6-2 · 性能与成本优化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踩坑:小模型幻觉放大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该用强模型的任务强行降级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错误率上升,返工更贵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规则:质量红线任务不降级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28/36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6-2 · 性能与成本优化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优化:成本异常告警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小时级成本环比阈值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定位:模型/工具/团队维度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CostLedger 报表即数据源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29/36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6-2 · 性能与成本优化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优化:夜间批处理窗口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摘要/索引/评测挪到低峰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错峰降低限流冲突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调度器+优先级队列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30/36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6-2 · 性能与成本优化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6-2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31/36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6-2 · 性能与成本优化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语义缓存的评测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上线前:历史流量回放估命中率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错误命中抽样审计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命中率与错误率一起看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32/36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6-2 · 性能与成本优化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多级缓存一致性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写后失效顺序:先 L1 后远端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版本号贯穿各级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不一致的缓存比没有更危险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33/36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6-2 · 性能与成本优化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成本优化的度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第6章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优化不能伤质量红线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每项优化过回归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省钱的底线是质量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34/36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6-2 · 性能与成本优化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风控栈:注入→重放→限流 · src/agent_platform/security/guard.py:118-125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182325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35/36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6-2 · 性能与成本优化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性能与成本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四级缓存各自缓存什么?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语义缓存的命中阈值怎么定?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Token Budget 分几级?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为什么写工具不能缓存?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第6章 · 36/36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02 · 6-2 · 性能与成本优化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