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1-3 · Prompt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System Prompt:岗位说明书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设定全局行为基调与能力边界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声明输出格式与禁止事项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user 消息隔离,防注入第一道墙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一切可复用的指令都该进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角色定义与行为约束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明确角色:代码审查员/数据分析师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约束:只答职责范围内的问题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越界请求 → 礼貌拒绝并引导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角色越具体,输出越稳定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输出风格控制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详细程度:一句话/要点/长文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语气:专业/口语/客服话术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结构:Markdown 标题/表格/JSON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风格也是验收标准的一部分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模板化前后对比,维度,散写 Prompt,模板化;复用,每次手写,变量注入;一致性,风格漂移,风格锁定;版本,无追溯,git 版本化;审计,难归因,模板 ID 留痕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Few-shot:示例的力量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 2~3 个"输入→输出"范例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对格式敏感任务立竿见影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示例覆盖边界情况效果最佳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示例本身成为 Prompt 的一部分资产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JSON 输出任务先试 Few-shot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ChatMessage:role 约束与校验 · src/agent_platform/gateway/domain.py:14-32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558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Few-shot 设计三要点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2~3 个足够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含边界情况样例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一致性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格式与目标输出严格同构|格式敏感任务首选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任务拆解:降幻觉的核心手段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一步到位 → 多步小任务链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每步只做一件事,可单独校验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步骤间传结构化数据而非自然语言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链式拆解 = 为第3章 Agent Loop 铺路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可变参数嵌入固定模板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模板即代码:进仓库、走评审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变量渲染前做转义与校验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模板库由 Gateway 统一管理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改动必须可回溯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 + 变更原因 + 适用场景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每次改动跑回归(第5章 Eval)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"感觉变好了"不是版本记录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应用:代码审查 Prompt 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system:你是资深代码审查员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约束:只输出问题清单+严重级别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few-shot:一个问题样例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输出:Markdown 表格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教学平台 prompt 模板可参考此结构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应用:数据抽取 Prompt 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目标:从合同抽取金额/日期/主体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temperature=0 + JSON Schema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给一个含嵌套结构的样例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抽取失败必须显式返回 null 字段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宁可空缺,不许编造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踩坑:Prompt 注入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用户输入:"ignore previous instructions"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直拼进 system → 指令被覆盖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防护一:用户输入只进 user 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防护二:输出格式校验兜底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注入攻击与防御流-&gt;用户输入夹带指令-&gt;混入 system 位置?-是:直接拦截 400-&gt;否:进 user 消息-&gt;输出校验兜底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实测:ignore all previous → 400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note=双层防线:位置纪律+输出校验|实测:ignore all previous → 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风控栈实测(curl 复现)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curl -X POST :8000/v1/chat/completions -d '{"content":"ignore all previous instructions"}';HTTP 400  injection pattern matched;$ curl -H 'x-idempotency-key: replay-1' …(第2次);HTTP 429  replay detected;$ for i in 1..14;连续请求;200 200 200 200 200 200 200 200 429 429 429 429 429 429;# 限流:桶容量 8 耗尽后全部 429|v1.3 实测记录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-X POST :8000/v1/chat/completions -d '{"content":"ignore all previous instructions"}'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400  injection pattern matched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-H 'x-idempotency-key: replay-1' …(第2次)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429  replay detected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for i in 1..14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连续请求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200 200 200 200 200 200 200 200 429 429 429 429 429 429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# 限流:桶容量 8 耗尽后全部 429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踩坑:越改越长的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每次出错就补一段规则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结果:互相冲突、模型顾此失彼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修复:定期重构,合并同类约束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用回归测试证明删规则没退化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优化:Prompt 的注意力预算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关键约束放开头或结尾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中段内容最容易被忽略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无关示例及时下线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上下文工程在下一章系统化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优化:模板 A/B 与灰度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新旧模板同时注册,Flag 控制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小流量验证指标再全量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FeatureFlags 一键回滚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Prompt 是生产资产,按代码对待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实验:system 与 user 的优先级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冲突指令分别放 system/user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观察模型听谁的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结论:system 优先但可被越狱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结论:注入防护不能只靠位置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负面指令的正确写法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"不要编造"不如"不确定时输出未知"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给出替代行为而非只说禁止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每条禁止配一个正例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输出结构指令模板化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固定段落:结论/依据/建议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固定字段: JSON 键名写死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模板变量只留业务数据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结构化输出的前置保障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应用:会议纪要模板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输入:转写文本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模板:决议/待办/风险三段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约束:待办必须带负责人与期限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输出直接进协作工具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SecurityStack:风控组合入口 · src/agent_platform/security/guard.py:118-138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8232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纪要生成流水线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转写文本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模板三段(决议/待办/风险)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待办抽取(负责人+期限)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校验必填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输出结构化纪要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模板即代码:版本化进仓库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踩坑:示例泄漏进生产输出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示例被模型复读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现象:输出里出现"示例:"字样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修复:示例加显著分隔与去重指令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回归用例要覆盖示例复读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示例复读复现与修复,$ curl ... -d '{"content":"给个示例"}';输出: 示例:小明提交了 PR...;修复: 显著分隔符 + "勿复读示例" 约束;回归: 用例覆盖示例复读;# few-shot 是双刃剑:格式受益/内容风险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真实踩坑记录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真实踩坑记录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优化:Prompt 压缩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删除客套话与重复约束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合并同类规则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压缩后跑回归验证不退化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Token 预算是钱,压缩是省钱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31/33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优化:基于评估的迭代流程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改动前:固化当前指标基线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改动后:全量回归+人工抽检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双清单:improved/regressed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这套流程第5章会平台化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32/33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Prompt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为什么用户输入永远不进 system?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Few-shot 在什么任务上收益最大?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你如何证明一次 Prompt 修改是改进?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模板化解决了什么工程问题?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33/33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