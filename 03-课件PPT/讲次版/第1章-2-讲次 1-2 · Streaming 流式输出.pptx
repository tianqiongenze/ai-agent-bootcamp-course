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1-2 · Streaming 流式输出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为什么必须流式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推理延迟秒级起步,长输出数十秒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串行等待:用户盯着白屏离开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流式:首字延迟 &lt;1s,体验质变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附加收益:用户可提前取消省 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协议本质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HTTP 长连接 + 文本事件流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帧格式:data: {json}\n\n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结束标记:data: [DONE]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单向服务端推送,浏览器原生支持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比 WebSocket 轻,够用就是最好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打字机实测输出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2385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571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-N -X POST :8000/v1/chat/completions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"worl",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"d, f",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"rom 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"", "usage": {"total_tokens": 626}}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[DONE]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末帧强制携带 usage → 成本留痕数据源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FastAPI 流式转发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StreamingResponse 包装 async 生成器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media_type=text/event-stream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逐块转发,不做全量缓冲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代码:api/app.py 的 sse() 生成器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前端/CLI 消费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浏览器:EventSource 或 fetch 流读取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CLI:逐块 print 实现打字机效果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每帧 JSON:delta 增量 + 末帧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平台实测:curl -N 可见打字机输出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打字机渲染管线-&gt;收到 delta 帧-&gt;追加缓冲-&gt;节流上屏(16ms)-&gt;usage 帧更新计数-&gt;[DONE] 收尾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note=直接逐帧 DOM 更新会卡:节流是前端必修课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中断与取消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用户点击停止 → 关闭连接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服务端检测写失败即终止推理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省下的是真金白银的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取消也必须留痕:用量已产生部分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流式会话状态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streaming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paused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网络抖动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67362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7362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自动重连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28963" y="2805112"/>
            <a:ext cx="9810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28963" y="2805112"/>
            <a:ext cx="9810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[DONE]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72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8529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10550" y="2805112"/>
            <a:ext cx="72390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0550" y="2805112"/>
            <a:ext cx="7239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超时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非相邻转移:streaming → cancelled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流式异常处理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网络抖动:连接中断而非报错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限流:可能在流中途触发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策略:已收内容保留 + 提示重试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禁止整段重流造成双倍计费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长文本断点保存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会话断开 → 丢弃还是续传?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方案:持久化已生成内容+序列号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恢复:从断点继续生成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本平台:任务摘要即恢复锚点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断点续传是长文任务的刚需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踩坑:缓冲毁掉流式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反向代理默认缓冲响应体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现象:打字机变成"憋大招"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修复:nginx 加 X-Accel-Buffering: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自检:curl 必须逐块可见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踩坑:SSE 帧粘包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两帧数据连在同一个 chunk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解析器按 \n\n 切分才能还原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修复:跨 chunk 维护行缓冲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协议细节在集成测试里暴露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优化:流式下的成本留痕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 在流结束后才有(上游行为)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平台方案:末帧强制携带 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上游不带时按内容长度合成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没有留痕,成本治理无从谈起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优化:首字延迟 P95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指标:time-to-first-token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优化:路由到近机房/更快模型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优化:短 system prompt 优先命中缓存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TTFT 是流式体验的北极星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与流式的分工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GraphQL:聚合查询面(任务/报表)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SSE:LLM 流式响应专用通道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两者共存于同一 FastAPI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/graphql 与 /v1/chat/completions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帧结构图解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事件三要素:event/data/id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最简实现只用 data 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空行分隔帧,双换行必须保留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自己抓包看一次胜过十页文档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客户端解析流(防粘包)-&gt;收 TCP chunk-&gt;行缓冲累积-&gt;按空行切帧-&gt;校验 data: 前缀-&gt;JSON 解析-&gt;分发渲染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note=跨 chunk 半帧是常见坑:必须缓冲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客户端重连语义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EventSource 断线自动重连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服务端需幂等:避免重复生成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会话标识绑定生成任务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重连风暴要做退避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断点续传 Last-Event-ID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客户端带着最后收到的 id 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服务端从断点继续推送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平台映射:任务摘要做恢复锚点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断线重连时序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生成器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流式中断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生成暂停(用量已记)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0102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重连+Last-Event-ID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从断点续推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剩余帧+usage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应用:长文写作流水线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大纲流式确认 → 分节生成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每节独立可取消可重写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全文状态持久化支撑恢复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踩坑:取消后的资源泄漏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客户端断开,生成器未感知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后台推理继续烧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修复:请求取消事件联动 Abort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自检:取消后 usage 停止增长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优化:分块大小调优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块太小:帧开销大,吞吐低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块太大:打字机卡顿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经验:按句/按 16~32 字符切块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MockProvider 块长可配置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优化:多模型流式聚合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同题并发两模型,取先到流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差异过大时触发仲裁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成本翻倍,仅关键路径使用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对冲是尾延迟优化手段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SSE 逐块转发(平台实测打字机) · src/agent_platform/api/app.py:150-172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SSE 与 WebSocket 选型依据?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流式中途限流,已生成内容怎么处理?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为什么代理层会毁掉打字机效果?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TTFT 为什么比总时长更重要?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1-2 · Streaming 流式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