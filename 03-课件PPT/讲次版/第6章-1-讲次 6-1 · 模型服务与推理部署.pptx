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6.1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6-1 · 模型服务与推理部署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工程化、生产部署与可观测性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7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6-1 · 模型服务与推理部署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6-2 · 性能与成本优化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6-3 · 可观测性与监控告警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6-4 · 版本灰度回滚与平台封装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Lab6 验收清单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2/34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6-1 · 模型服务与推理部署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部署形态决策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云 API:快起步,数据出域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私有化:数据可控,成本自担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混合:敏感在内网,通用走云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决策变量:能力/敏感/成本/延迟/合规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4/34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读写分离路由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写路径:write_session(主库)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27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952500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Outbox 同事务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48325" y="2014537"/>
            <a:ext cx="895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8325" y="2014537"/>
            <a:ext cx="895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写主库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5000" y="2224087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2224087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读路径:从库(报表/Trace)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2700" y="2224087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627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5100" y="2224087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锚定期回主库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锚定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05000" y="3495674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3495674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一致性:读己之写 TTL 5s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2700" y="3495674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627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5100" y="3495674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从库追平≤30s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48325" y="4557711"/>
            <a:ext cx="895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48325" y="4557711"/>
            <a:ext cx="895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回从库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治理:路由计数留痕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5/34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生产部署拓扑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边缘:Nginx WAF(限流/拦截/444)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2700" y="952500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952500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CDN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防护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5000" y="2224087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2224087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接入:API×N(无状态多副本)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2700" y="2224087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627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5100" y="2224087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JWT/租户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路由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数据:PG 主从(读写分离)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Redis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Pulsar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553075" y="4557711"/>
            <a:ext cx="1085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53075" y="4557711"/>
            <a:ext cx="1085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读写分离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检索:Milvus(向量+BM25)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6/34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云 API 的适用边界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非敏感数据/快速验证/突发弹性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风险:供应商锁定/限流/价格变动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缓解:OpenAI Compatible 抽象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Provider 层就是为换供应商而生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7/34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三形态决策,维度,云 API,私有化,混合;起步速度,小时级,周级,折中;数据敏感,出域,完全可控,敏感在内;成本模型,按量,固定 TCO,组合;合规压力,低,高,中高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8/34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私有化的真实成本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GPU 采购或租用成本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运维:vLLM 升级/故障处理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收益:数据不出域/延迟可控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算清 TCO 再决策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9/34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vLLM:为什么是主流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PagedAttention:显存碎片治理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Continuous Batching:吞吐数倍提升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OpenAI 兼容接口开箱即用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换到 vLLM,平台代码零改动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10/34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前沿①:推理服务演进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vLLM v1 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零开销前缀缓存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PD 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Prefill/Decode 独立扩缩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国产推理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GLM/DeepSeek 官方端点 OpenAI 兼容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tokens/s/卡 为采购指标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11/34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vLLM 三件套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PagedAttention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显存分页管理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Continuous Batching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随到随插队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OpenAI 兼容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换引擎零改码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12/34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PagedAttention 直觉理解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显存当"页"管理,类似 OS 虚拟内存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消除 KV Cache 预留浪费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同卡并发数大幅提升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理解机制即可,不必读源码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13/34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Continuous Batching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传统批:凑满一批才跑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连续批:请求随到随插队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效果:GPU 利用率持续高位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14/34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TGI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HuggingFace 出品,部署简单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流式/批处理/监控齐备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生态绑定 HF 模型库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中小规模私有化常用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15/34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Triton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NVIDIA 多后端推理服务器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多模型共置 GPU 资源编排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动态批处理+性能监控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异构模型混部的企业选择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16/34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推理服务的关键指标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吞吐:tokens/s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延迟:TTFT 与 TPOT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并发:同时处理请求数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显存利用率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容量规划按这四项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17/34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前沿③:推理与安全评估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安全评估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LLM 红队基准(Owlut/AgentHarm 类)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VLA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视觉-语言-动作模型(具身 Agent)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PD 分离已量产(vLLM v1)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等保 2.0 对 AI 日志的新要求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18/34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并发控制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网关限流保护推理服务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队列+优先级:关键业务插队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超时与队头阻塞治理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限流熔断在第6-2节展开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19/34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应用:金融私有化方案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合同分析模型全内网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vLLM 双副本+负载均衡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审计日志全留痕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行业合规驱动架构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20/34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应用:混合路由案例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内网:合同/代码等敏感任务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云端:通用问答/翻译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路由按数据分类标签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一套 Gateway 两类后端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21/34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混合路由拓扑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入口:统一 Gateway+分类器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分类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内网通道:合同/代码模型(vLLM)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路由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95674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云通道:通用问答(便宜模型)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审计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策略:数据分级标签驱动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22/34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踩坑:显存 OOM 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max_batch_size 拍太大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高峰期 OOM 重启循环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治理:压测定容量+水位告警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23/34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OOM 处置实录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381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现象: 高峰期 CrashLoop 反复重启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根因: max_batch_size 拍脑袋过大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处置: 压测定容量+水位告警 80%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预防: 长上下文隔离到专用实例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24/34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踩坑:长上下文拖垮服务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少数 128k 请求占满卡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修复:长文单独路由专用实例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大请求隔离是通则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25/34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优化:模型分级部署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强模型:重任务,实例少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小模型:高频任务,实例多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路由按任务难度分发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成本立降 50%+ 的常规操作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26/34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优化:多模型混部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大小模型同机 Triton 编排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显存错峰复用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监控按模型分维度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27/34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优化:推理服务压测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 P99 延迟下找最大吞吐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逐步加压找拐点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拐点决定容量规划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Lab6 演示压测脚本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28/34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6-1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29/34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自建 vs 云的混合成本模型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自建:固定成本+利用率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云:按量计费+弹性溢价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临界点:日均 Token 量估算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给学员一张决策画布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30/34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模型服务的高可用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双副本+健康检查+自动摘除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跨可用区部署防机房故障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RTO/RPO 目标先定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31/34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网关到推理的全链路超时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第6章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客户端→网关→推理服务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每跳预算从总预算扣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TBP 铁律的推理落地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32/34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推理部署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三种部署形态的决策变量?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PagedAttention 解决什么问题?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长上下文请求怎么隔离?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容量规划看哪四个指标?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33/34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Span · src/agent_platform/governance/trace.py:18-52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796" y="762000"/>
            <a:ext cx="8816406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第6章 · 34/34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01 · 6-1 · 模型服务与推理部署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