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3-4 · Sandbox 与执行边界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Agent Loop、State Machine 与 Codebase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Lab3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2/26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Sandbox 三类边界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05000" y="9525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50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8350" y="9525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文件:allowed_roots 可读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9525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8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150" y="9525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writable_roots 可写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600" y="9525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86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1950" y="9525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realpath 防逃逸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215265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22193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209550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声明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850" y="230505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050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38350" y="234315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Shell:命令白名单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768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68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150" y="234315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危险模式硬拦截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86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86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1950" y="234315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禁用头部(sudo/dd)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5433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36099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8400" y="348615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校验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47850" y="36957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050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050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38350" y="37338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网络:域名白名单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768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768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150" y="37338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内网按需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486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486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1950" y="37338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统一网关出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4/26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的权限悖论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能力越强,破坏力越大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文件/Shell/网络都是双刃剑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没有边界的 Agent 不能上生产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三类执行边界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文件:可读/可写/禁止三区分离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Shell:白名单+超时+高危拦截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网络:内网白名单/外网开关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LocalSandbox 三接口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文件边界实现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realpath 归一化防 ../ 逃逸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allowed_roots 与 writable_roots 分离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默认拒绝,显式授权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读≠写,最小权限原则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路径逃逸攻防实测,$ sandbox.check_read("repo/../../etc/passwd");SandboxViolation: read denied (realpath 归一后判定);$ ln -s /etc/passwd evil &amp;&amp; read evil;SandboxViolation: symlink 逃逸被拦;# realpath+resolve 后再判前缀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两连攻击全拦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两连攻击全拦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Shell 边界实现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命令头必须进白名单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危险模式硬拦截:mkfs/rm变体/管道sh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sudo/dd/shutdown 直接禁用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平台实测:rm -rf 被拦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Sandbox 拦截实测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$ sandbox.check_command("rm -rf --no-preserve-root /");SandboxViolation: dangerous pattern blocked;$ sandbox.check_command("ls -la")  # 白名单内;True;$ sandbox.check_read("/etc/passwd")  # roots 外;SandboxViolation: read denied outside roots|默认拒绝:白名单外一律拦截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sandbox.check_command("rm -rf --no-preserve-root /")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SandboxViolation: dangerous pattern blocked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sandbox.check_command("ls -la")  # 白名单内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True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sandbox.check_read("/etc/passwd")  # roots 外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SandboxViolation: read denied outside roots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网络边界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出网域名白名单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内网服务按需授权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第三方 API 走网关统一出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禁止 Agent 自带任意 curl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本地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进程内模拟边界,教学友好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适合:调试/轻量任务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局限:共享内核,隔离不彻底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Docker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独立容器执行,隔离升级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限制:无网/只读根/资源上限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临时卷交换产出物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生命周期:用完即毁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容器沙箱执行时序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Loop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Docker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容器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产物卷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create(无网/只读根)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exec 命令(超时)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4480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写产物卷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收集结果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08500" y="50863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597776" y="50434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5. destroy(用完即毁)|资源上限+drop caps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14/26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本地 vs 容器边界差异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文件:挂载点即边界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网络:容器网络策略更硬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权限:非 root 用户+drop caps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环境变量:显式注入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同一接口,两种实现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15/26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沙箱形态对比,维度,本地 Sandbox,Docker Sandbox;文件边界,roots 前缀检查,挂载点即边界;网络,进程级约束,容器网络策略;权限,共享内核,nonroot+drop caps;隔离强度,教学/调试,生产级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16/26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工具审计与风险回放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每条命令/文件操作全记录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出事后按 run_id 回放现场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危险动作复核制度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审计是边界的最后兜底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17/26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应用:Codebase Agent 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可读:整个仓库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可写:仅 src/ 与 tests/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禁止:.git/生产配置/密钥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Lab3 的标准配置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18/26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应用:数据清洗任务的边界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可写:临时工作目录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网络:仅内网数据源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Shell:pandas/python 白名单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按任务定制边界模板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19/26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踩坑:路径逃逸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../.. 绕过前缀检查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符号链接指向外部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修复:realpath+resolve 后再判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平台实现已含此防护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20/26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踩坑:白名单过宽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允许 bash 等于没有白名单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允许 python -c 等于任意代码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原则:白名单到具体命令+参数模式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21/26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优化:边界即配置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边界模板按任务类型预设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高危任务自动收紧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边界变更留痕可审计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22/26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优化:逃逸测试集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攻击样例库:逃逸/提权/绕过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每次边界改动全量回归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把渗透测试思维引入教学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23/26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24/26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命令白名单+危险模式硬拦截 · src/agent_platform/orchestration/sandbox.py:17-44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9" y="762000"/>
            <a:ext cx="1045244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25/26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Sandbox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为什么读和写要分两个根?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realpath 防住了什么攻击?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白名单过宽的典型例子?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本地与容器沙箱怎么选?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26/26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3-4 · Sandbox 与执行边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