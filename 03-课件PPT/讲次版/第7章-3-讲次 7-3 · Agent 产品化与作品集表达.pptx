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7.3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7-3 · Agent 产品化与作品集表达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企业级综合项目与产品化落地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6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7-1 · DeerFlow 企业级平台架构解析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7-2 · 高阶案例:深度研究与软件工厂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7-3 · Agent 产品化与作品集表达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Capstone 指引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结课寄语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2/50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7-3 · Agent 产品化与作品集表达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适合 Agent 的场景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信息检索/文档分析/研究分析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代码理解/代码生成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客服辅助/销售运营/工单处理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流程自动化/企业知识问答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4/50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前沿⑤:场景成熟度地图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成熟生产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编码代理/客服辅助/知识问答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快速爬升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深度研究/工单自动化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探索期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Computer Use/具身 VLA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本课覆盖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前四类全落地 Capstone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5/50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六大适配场景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信息检索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多源聚合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1724025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文档分析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长文理解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1724025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代码理解生成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开发提效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77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7750" y="3495675"/>
            <a:ext cx="32004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83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客服辅助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01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人机协同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580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95800" y="3495675"/>
            <a:ext cx="320040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4820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820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635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工单处理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820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流程自动化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438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43850" y="3495675"/>
            <a:ext cx="3200400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962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62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4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知识问答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62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企业 Wiki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6/50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不适合 Agent 的场景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极强确定性任务:脚本更可靠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高风险零容错:资金/医疗/法律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规则明确:传统自动化更省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成本高于人工的低价值任务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不上 Agent 也是一种方案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7/50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五选一边界判断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Chatbot:纯对话,无状态诉求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RAG:问答有据可查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Workflow:流程固定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Agent:路径不确定需自主决策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脚本:完全确定的任务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选错形态是最贵的错误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8/50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前沿②:编码代理与选型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Devin/Claude Code/Cursor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三条路线对比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国内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通义灵码/CodeGeeX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选型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任务自主度×可控性矩阵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本课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Codebase Agent=自主度可控版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9/50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如何避免过度 Agent 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每加一层自主性问:换来什么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用 Workflow 能解决就别上 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复杂度要买来价值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架构品味=知道不加什么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10/50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业务拆解七步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业务 SOP → Agent 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岗位任务 → Tool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知识资产 → RAG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经验方法论 → Skill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风险节点 → HITL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81725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81725" y="3009900"/>
            <a:ext cx="47625" cy="8763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9875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失败场景 → 回滚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15075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76300" y="40576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76300" y="405765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14450" y="40576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业务目标 → Eval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9650" y="44291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Capstone C 的方法论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11/50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业务拆解七步法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2338387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SOP→Loop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流程变循环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33787" y="172402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33787" y="1724025"/>
            <a:ext cx="2338387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86187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6187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337" y="193357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岗位→Tool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6187" y="233362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任务变工具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9824" y="172402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9824" y="1724025"/>
            <a:ext cx="2338387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2224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2224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0374" y="193357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知识→RAG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2224" y="233362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资产变检索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05861" y="172402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05861" y="1724025"/>
            <a:ext cx="2338387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58261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58261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96411" y="193357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经验→Skill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8261" y="233362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方法论变资产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7750" y="349567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47750" y="3495675"/>
            <a:ext cx="2338387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38300" y="370522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风险→HITL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0150" y="410527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高危变确认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33787" y="349567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33787" y="3495675"/>
            <a:ext cx="2338387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786187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86187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4337" y="370522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失败→回滚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86187" y="410527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兜底变预案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9824" y="349567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9824" y="3495675"/>
            <a:ext cx="2338387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72224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72224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0374" y="370522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目标→Eval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2224" y="410527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业务变指标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12/50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产品交付指标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任务完成率/人工接管率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平均处理时长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单任务成本/成本节省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自动化覆盖率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满意度/业务转化率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81725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81725" y="3009900"/>
            <a:ext cx="47625" cy="8763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9875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错误率/风险事件数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15075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向业务方汇报的词汇表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13/50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ReadWriteRouter:读己之写 · src/agent_platform/shared/db_routing.py:26-52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85" y="762000"/>
            <a:ext cx="10786028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14/50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研究报告产出耗时(人天)</a:t>
            </a:r>
          </a:p>
        </p:txBody>
      </p:sp>
      <p:pic>
        <p:nvPicPr>
          <p:cNvPr id="5" name="Picture 4" descr="chart_4009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914400"/>
            <a:ext cx="9334500" cy="44165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428750" y="5867400"/>
            <a:ext cx="9334500" cy="609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5867400"/>
            <a:ext cx="89535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💡 数天→数小时:效率 8 倍,引用准确率≥90% 守门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15/50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从技术指标到业务价值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成功率 95% → 少 5% 人工工单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单任务成本降 70% → 年省 XX 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时长天级→小时级 → 客户满意度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翻译能力=晋升能力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16/50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作品集:平台怎么写进简历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一句话定位+架构图+关键数字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统一模型调用服务:多供应商/成本留痕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工具运行时:权限/审计/降级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面试官 30 秒想看到的东西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17/50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作品集表达三层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5855" y="1333500"/>
            <a:ext cx="232029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35855" y="1333500"/>
            <a:ext cx="57150" cy="1066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6355" y="1333500"/>
            <a:ext cx="8817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B5CF6"/>
                </a:solidFill>
                <a:latin typeface="PingFang SC"/>
              </a:rPr>
              <a:t>数据层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3971" y="1333500"/>
            <a:ext cx="1345768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成功率/成本/延迟(最硬)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2419350"/>
            <a:ext cx="0" cy="17145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10800000">
            <a:off x="6053138" y="250507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34802" y="2609850"/>
            <a:ext cx="3922395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34802" y="2609850"/>
            <a:ext cx="57150" cy="1066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302" y="2609850"/>
            <a:ext cx="14905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B8A6"/>
                </a:solidFill>
                <a:latin typeface="PingFang SC"/>
              </a:rPr>
              <a:t>故事层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3760" y="2609850"/>
            <a:ext cx="2274989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一次故障完整处置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6000" y="3695700"/>
            <a:ext cx="0" cy="17145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10800000">
            <a:off x="6053138" y="378142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33750" y="3886200"/>
            <a:ext cx="552450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3750" y="3886200"/>
            <a:ext cx="57150" cy="1066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4250" y="3886200"/>
            <a:ext cx="20993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563EB"/>
                </a:solidFill>
                <a:latin typeface="PingFang SC"/>
              </a:rPr>
              <a:t>架构层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3550" y="3886200"/>
            <a:ext cx="32042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权衡取舍(资深感)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18/50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作品集:Tool Runtime 叙事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讲治理,不是讲调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三级风险+人工确认+审计脱敏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用测试数字佐证:覆盖率高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Story:一次拦截高危操作的演练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19/50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哈希链:canonical+publish · src/agent_platform/security/audit_chain.py:16-38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51441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20/50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作品集:Codebase Agent 叙事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长程任务:Loop/状态机/恢复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真实任务:代码理解+测试修复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失败恢复:Checkpoint 演示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Demo 录屏比文字有力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21/50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作品集:RAG 与 Context 叙事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混合检索+引用准确率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压缩:Token 下降 XX%,质量不降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Context Debug Report 排障故事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带数字的技术叙事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22/50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作品集:Eval 叙事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Golden Set 规模与覆盖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一次回归拦住退化的真实案例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数据驱动的迭代决策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护城河的最好证明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23/50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作品集:Trace/Replay/灰度叙事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失败任务 Trace 定位+Replay 验证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灰度发布+一键回滚演练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成本报表:分摊与优化收益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生产化能力的展示面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24/50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面试常见题·基础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FC 的执行主体与安全边界?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temperature/top_p 语义差异?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为什么必须结构化输出?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题库详见 04-教学资料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25/50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面试常见题·架构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Registry 设计的完整考量?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Loop 防死循环的几道闸?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读写分离下读己之写?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答题框架:权衡+数字+案例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26/50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面试常见题·质量与生产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怎么证明 Agent 变好?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LLM-as-Judge 的坑?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灰度与回滚的完整流程?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每个答案配一个实战故事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27/50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用项目数据证明工程能力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成功率/成本/延迟三件套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迭代前后的对比数据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一次故障的完整处置记录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数据是最硬的语言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28/50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Capstone 三选一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 深度研究平台 MVP:证据链+Skill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B 软件工厂 MVP:四角色+GitHub Channel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 自选业务:七步拆解完整落地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骨架已在 examples/capstone/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29/50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Capstone 对照,案例,复用组件,答辩重点;A 深度研究,Supervisor+RAG+Skill,证据链完整;B 软件工厂,四角色+GitHub Channel,PR 真实闭环;C 自选业务,七步模板,业务价值数据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30/50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Capstone 答辩标准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功能:核心流程可演示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质量:测试+评测数据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叙事:业务价值表达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加分:真实数据的一次迭代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对应考核方案 30% 权重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31/50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结课:你的能力清单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统一平台:20 项能力全部上手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三个作品集:Runtime/Codebase/Eval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方法论:TDD/SDD/DDD/TOGAF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叙事能力:技术翻译为价值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从训练营到岗位,只差持续迭代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32/50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7-3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33/50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场景判断流程图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确定性高?→脚本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有知识诉求?→RAG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流程固定?→Workflow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路径多变?→Agent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一张图定形态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34/50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ROI 计算模板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收益:人力节省+时效收益+质量收益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成本:建设+运行+风险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投资回收期一目了然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35/50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业务方沟通话术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少讲架构,多讲指标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讲失败案例更显可信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技术人的翻译练习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36/50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平台化路线图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单应用→能力下沉→多应用复用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什么时候该抽平台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复用三次再抽象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37/50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团队能力模型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平台组/业务组/治理组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Agent 时代的岗位分工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38/50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面试叙事的 STAR 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Situation-Task-Action-Result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每个作品准备 3 分钟版本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数字放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39/50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STAR 面试叙事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2338387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Situation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业务背景一句话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33787" y="2609850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33787" y="2609850"/>
            <a:ext cx="2338387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86187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6187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337" y="2819400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6187" y="3219450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你的职责边界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9824" y="2609850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9824" y="2609850"/>
            <a:ext cx="2338387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2224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2224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0374" y="2819400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2224" y="3219450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架构决策+为什么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05861" y="2609850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05861" y="2609850"/>
            <a:ext cx="2338387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58261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58261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96411" y="2819400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8261" y="3219450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数字化结果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40/50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常见追问与应对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"失败率多少?"→如实+如何降低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"成本多少?"→分摊数据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诚实是最好的策略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41/50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学习路径延伸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多模态/长上下文/自我进化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关注评测与数据闭环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课程是地图,实践是路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42/50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社区与开源参与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给 DeerFlow 提 PR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输出实践文章反哺社区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作品集的放大器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43/50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两级缓存:命中率可观测 · src/agent_platform/shared/cache.py:88-116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66" y="762000"/>
            <a:ext cx="10138867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44/50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产品化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五种形态的判断顺序?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你的项目该砍掉哪层自主性?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用什么数据讲你的 Eval 故事?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45/50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DeerFlow 九线:企业级全景样本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两案例:研究平台+软件工厂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产品化:场景判断+七步拆解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作品集:数字化的技术叙事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46/50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产品化与案例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Cursor/Devin/Claude Code 路线差异?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扣子/百炼的定位区别?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你的 Capstone 对标哪个产品?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47/50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Capstone 指引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骨架:examples/capstone/ 三案例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每案例:README+demo+测试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答辩:功能/质量/叙事/加分项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两周内完成,预约答辩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48/50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结课寄语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Agent 工程师 = 后端深度 + AI 广度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护城河 = Eval 数据 + 迭代速度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持续用平台解决真实问题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课程结束,工程开始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49/50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学员成长路径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9250" y="3314700"/>
            <a:ext cx="8953500" cy="38100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144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5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" y="1905000"/>
            <a:ext cx="28575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7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PingFang SC"/>
              </a:rPr>
              <a:t>起点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后端工程师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52850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28875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28875" y="3619500"/>
            <a:ext cx="28575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24125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B8A6"/>
                </a:solidFill>
                <a:latin typeface="PingFang SC"/>
              </a:rPr>
              <a:t>过程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4125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M1~M7 全栈能力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9122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6725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7250" y="1905000"/>
            <a:ext cx="28575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6250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B5CF6"/>
                </a:solidFill>
                <a:latin typeface="PingFang SC"/>
              </a:rPr>
              <a:t>产物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250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三作品集+平台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05625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05625" y="3619500"/>
            <a:ext cx="28575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00875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9E0B"/>
                </a:solidFill>
                <a:latin typeface="PingFang SC"/>
              </a:rPr>
              <a:t>终点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0875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Agent 工程师岗位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679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0" y="1905000"/>
            <a:ext cx="28575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92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4D399"/>
                </a:solidFill>
                <a:latin typeface="PingFang SC"/>
              </a:rPr>
              <a:t>延续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92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持续用平台解决真实问题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50/50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7-3 · Agent 产品化与作品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