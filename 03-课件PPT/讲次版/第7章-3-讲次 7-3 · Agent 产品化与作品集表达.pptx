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7-3 · Agent 产品化与作品集表达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信息检索/文档分析/研究分析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代码理解/代码生成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客服辅助/销售运营/工单处理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流程自动化/企业知识问答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前沿⑤:场景成熟度地图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成熟生产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编码代理/客服辅助/知识问答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快速爬升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深度研究/工单自动化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探索期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Computer Use/具身 VLA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前四类全落地 Capstone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六大适配场景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信息检索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多源聚合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长文理解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代码理解生成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开发提效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客服辅助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人机协同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工单处理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流程自动化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知识问答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企业 Wiki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不适合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极强确定性任务:脚本更可靠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高风险零容错:资金/医疗/法律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规则明确:传统自动化更省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成本高于人工的低价值任务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不上 Agent 也是一种方案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五选一边界判断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Chatbot:纯对话,无状态诉求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RAG:问答有据可查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Workflow:流程固定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Agent:路径不确定需自主决策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脚本:完全确定的任务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选错形态是最贵的错误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前沿②:编码代理与选型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Devin/Claude Code/Cursor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三条路线对比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通义灵码/CodeGeeX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选型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任务自主度×可控性矩阵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Codebase Agent=自主度可控版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如何避免过度 Agent 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每加一层自主性问:换来什么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 Workflow 能解决就别上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复杂度要买来价值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架构品味=知道不加什么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 SOP → Agent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岗位任务 → 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知识资产 →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经验方法论 →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风险节点 → HITL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失败场景 → 回滚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40576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6300" y="405765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40576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业务目标 → Eval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9650" y="44291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C 的方法论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SOP→Loop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流程变循环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岗位→Tool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任务变工具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知识→RAG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资产变检索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经验→Skill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方法论变资产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风险→HITL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高危变确认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失败→回滚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兜底变预案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目标→Eval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业务变指标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产品交付指标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任务完成率/人工接管率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平均处理时长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单任务成本/成本节省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自动化覆盖率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满意度/业务转化率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错误率/风险事件数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向业务方汇报的词汇表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ReadWriteRouter:读己之写 · src/agent_platform/shared/db_routing.py:26-52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研究报告产出耗时(人天)</a:t>
            </a:r>
          </a:p>
        </p:txBody>
      </p:sp>
      <p:pic>
        <p:nvPicPr>
          <p:cNvPr id="5" name="Picture 4" descr="chart_883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数天→数小时:效率 8 倍,引用准确率≥90% 守门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从技术指标到业务价值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 95% → 少 5% 人工工单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单任务成本降 70% → 年省 XX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时长天级→小时级 → 客户满意度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翻译能力=晋升能力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作品集:平台怎么写进简历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一句话定位+架构图+关键数字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统一模型调用服务:多供应商/成本留痕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工具运行时:权限/审计/降级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面试官 30 秒想看到的东西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作品集表达三层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数据层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成功率/成本/延迟(最硬)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故事层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一次故障完整处置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架构层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权衡取舍(资深感)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作品集:Tool Runtime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讲治理,不是讲调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三级风险+人工确认+审计脱敏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用测试数字佐证:覆盖率高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Story:一次拦截高危操作的演练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哈希链:canonical+publish · src/agent_platform/security/audit_chain.py:16-38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作品集:Codebase Agent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长程任务:Loop/状态机/恢复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真实任务:代码理解+测试修复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失败恢复:Checkpoint 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Demo 录屏比文字有力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作品集:RAG 与 Context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混合检索+引用准确率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压缩:Token 下降 XX%,质量不降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 排障故事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带数字的技术叙事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作品集:Eval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 Set 规模与覆盖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一次回归拦住退化的真实案例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数据驱动的迭代决策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护城河的最好证明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作品集:Trace/Replay/灰度叙事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Trace 定位+Replay 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灰度发布+一键回滚演练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成本报表:分摊与优化收益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生产化能力的展示面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的执行主体与安全边界?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temperature/top_p 语义差异?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为什么必须结构化输出?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题库详见 04-教学资料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 设计的完整考量?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防死循环的几道闸?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读写分离下读己之写?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答题框架:权衡+数字+案例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面试常见题·质量与生产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怎么证明 Agent 变好?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的坑?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灰度与回滚的完整流程?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每个答案配一个实战故事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用项目数据证明工程能力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成功率/成本/延迟三件套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迭代前后的对比数据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一次故障的完整处置记录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数据是最硬的语言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三选一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 深度研究平台 MVP:证据链+Skill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 软件工厂 MVP:四角色+GitHub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 自选业务:七步拆解完整落地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骨架已在 examples/capstone/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对照,案例,复用组件,答辩重点;A 深度研究,Supervisor+RAG+Skill,证据链完整;B 软件工厂,四角色+GitHub Channel,PR 真实闭环;C 自选业务,七步模板,业务价值数据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答辩标准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功能:核心流程可演示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质量:测试+评测数据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叙事:业务价值表达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加分:真实数据的一次迭代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对应考核方案 30% 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结课:你的能力清单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统一平台:20 项能力全部上手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三个作品集:Runtime/Codebase/Eval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方法论:TDD/SDD/DDD/TOGAF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叙事能力:技术翻译为价值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从训练营到岗位,只差持续迭代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场景判断流程图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确定性高?→脚本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有知识诉求?→RAG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流程固定?→Workflow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路径多变?→Agent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一张图定形态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ROI 计算模板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收益:人力节省+时效收益+质量收益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成本:建设+运行+风险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投资回收期一目了然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业务方沟通话术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少讲架构,多讲指标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讲失败案例更显可信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技术人的翻译练习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单应用→能力下沉→多应用复用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什么时候该抽平台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复用三次再抽象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团队能力模型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平台组/业务组/治理组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时代的岗位分工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面试叙事的 STAR 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Situation-Task-Action-Result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每个作品准备 3 分钟版本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数字放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STAR 面试叙事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业务背景一句话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2609850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你的职责边界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2609850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架构决策+为什么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2609850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数字化结果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常见追问与应对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"失败率多少?"→如实+如何降低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"成本多少?"→分摊数据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诚实是最好的策略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学习路径延伸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多模态/长上下文/自我进化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关注评测与数据闭环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课程是地图,实践是路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社区与开源参与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DeerFlow 提 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输出实践文章反哺社区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作品集的放大器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两级缓存:命中率可观测 · src/agent_platform/shared/cache.py:88-116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9" y="762000"/>
            <a:ext cx="1045244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五种形态的判断顺序?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你的项目该砍掉哪层自主性?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用什么数据讲你的 Eval 故事?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45/50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九线:企业级全景样本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两案例:研究平台+软件工厂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产品化:场景判断+七步拆解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作品集:数字化的技术叙事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46/50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Cursor/Devin/Claude Code 路线差异?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扣子/百炼的定位区别?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 Capstone 对标哪个产品?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47/50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骨架:examples/capstone/ 三案例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每案例:README+demo+测试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答辩:功能/质量/叙事/加分项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两周内完成,预约答辩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48/50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工程师 = 后端深度 + AI 广度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护城河 = Eval 数据 + 迭代速度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课程结束,工程开始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49/50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学员成长路径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后端工程师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过程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M1~M7 全栈能力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三作品集+平台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终点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工程师岗位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延续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50/50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7-3 · Agent 产品化与作品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