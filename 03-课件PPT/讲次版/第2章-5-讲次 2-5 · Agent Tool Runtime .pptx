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2-5 · Agent Tool Runtime 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Function Calling、Tool Runtime 与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2-1 · Function Calling 与 Tool Use 原理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2-2 · Tool Registry 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2-3 · 工具治理与安全边界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2-4 · MCP 协议与接入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2-5 · Agent Tool Runtime 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Lab2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2/26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2-5 · Agent Tool Runtime 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集成目标:一张运行时全景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Registry 统一注册与发现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FC 集成:模型意图 → 执行管线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校验/权限/审计/超时全链路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MCP 统一外部接入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Trace 贯穿 + CLI 调试入口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Runtime 执行管线源码走读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execute() 六步:取spec→enabled→权限→校验→超时执行→审计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每一步失败都有结构化出口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代码:tools/runtime.py ToolExecutor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CLI 调试入口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list:列出全部工具与风险等级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call:命令行直接调工具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脱离模型单独验证工具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工具先行测试,再接模型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CLI 工具调试实测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9527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aep tools list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get_weather [read] search_code [read]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run_test [write] drop_table [dangerous]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aep tools call get_weather --city BJ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sunny::BJ  (latency 0.4ms)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工具先单测,再接模型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Trace:工具调用全链路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选择(模型意图)→ 参数生成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校验 → 权限 → 执行 → 返回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 span 可视化(第6章展开)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Span 树已支持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Tool Trace 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选择:模型意图(span)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串联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参数:Schema 校验(span)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计时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95674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执行:wait_for 超时(span)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归档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审计:脱敏落盘(span)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9/26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应用:客服工具包全流程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查订单(READ)直接过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退款(WRITE)要 agent 角色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删除记录(DANGEROUS)人工确认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一个场景走完三道权限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应用:数据分析工具包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查询(只读 SQL 白名单)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生成图表(写临时文件)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发送报告(外发,需确认)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同一 Runtime 不同工具包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分析工具包编排-&gt;查询(只读 SQL 白名单)-&gt;生成图表(写临时区)-&gt;发送报告(外发,确认)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note=同一 Runtime 不同工具包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踩坑:执行器吞异常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except Exception 返回 None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模型以为成功,继续错误推理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修复:失败必须结构化上抛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ToolResult.ok 永远显式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踩坑:超时值拍脑袋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默认 30s 对慢工具不够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对快工具又太长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优化:按工具画像配置 P99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超时也是审计字段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14/26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优化:工具调用缓存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幂等读工具结果缓存 60s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相同参数直接回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命中率进监控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第6章四级缓存的 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15/26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优化:审计批量上报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单条上报吞吐不够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攒批+超时双触发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Pulsar 生产端批量发送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16/26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优化:工具健康分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成功率/延迟/超时率加权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低于阈值自动下线告警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恢复后自动重新启用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17/26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健康分三级响应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降权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成功率 90~95% 减流量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下线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&lt;90% 自动禁用+告警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探活连续通过后重启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18/26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Lab2 实战指引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注册 5 个业务工具(含1高危)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readonly 调写工具→被拒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高危无确认→被拒,确认后通过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api_key 参数全程脱敏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验收清单见下一页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19/26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MCP 与集成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MCP 与 FC 的分工边界?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三层权限如何收敛?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Server 版本漂移如何防控?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CLI 调试为何要先于接模型?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20/26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MCP deps · src/agent_platform/api/deps.py:9-34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73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21/26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M2 里程碑数字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工具模块单测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执行管线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RBAC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高危拦截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实测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22/26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FC 机制:意图与执行分离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Registry:工具的治理中枢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治理:四道防线缺一不可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MCP:生态接入的标准化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下一章:工具串成长程任务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23/26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第2章成果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视觉页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本章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组件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图形类型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6.7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图/讲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全课程均值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24/26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Lab2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discover 命中预期工具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readonly 调 WRITE 被拒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DANGEROUS 无确认被拒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审计事件可在消费端核对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非法参数被 Schema 拦截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725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3009900"/>
            <a:ext cx="47625" cy="8763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9875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慢工具超时降级不挂死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5075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25/26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单轮调用不够:需要多步执行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Loop 与 9 态状态机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Sandbox:安全执行环境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M3:Codebase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让工具调用"连续作战"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26/26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2-5 · Agent Tool 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