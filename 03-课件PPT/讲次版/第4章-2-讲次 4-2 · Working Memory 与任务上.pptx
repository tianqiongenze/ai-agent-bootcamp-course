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4-2 · Working Memory 与任务上下文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Working Memory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当前任务的工作面板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目标/已完成步骤/工具结果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未解决问题与下一步计划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生命周期=单任务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WM 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updated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archived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destroyed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每轮循环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72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72500" y="1562100"/>
            <a:ext cx="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72500" y="1562100"/>
            <a:ext cx="0" cy="35242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72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9500" y="1562100"/>
            <a:ext cx="4953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195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14875" y="370522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3247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00687" y="356235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0687" y="356235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过期清理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工作记忆四内容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当前任务北极星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已完成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步骤与结果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未解决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阻塞与疑问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风险约束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禁止事项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当前风险与用户约束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本任务的禁止事项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用户的特殊要求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前置任务的遗留风险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显式记录,不靠模型记性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约束三类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禁止项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不可触碰的操作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偏好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输出风格约定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已确认的事实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临时事实记录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本次会话确认的事实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例:构建命令/环境版本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任务结束即归档或丢弃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Scratchpad:草稿区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中间推理过程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执行状态快照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下一步计划草稿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给思考留一张纸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task_summary 恢复锚点实测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memory.set_short("done", "已定位根因")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memory.task_summary()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任务状态摘要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done: 已定位根因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上下文截断后注入新窗口→续跑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创建:任务开始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更新:每轮循环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归档:任务完成转记忆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销毁:过期任务清理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恢复锚点注入流-&gt;检测上下文截断-&gt;载入 task_summary-&gt;注入 system 尾部-&gt;继续执行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note=锚点=最小可恢复集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 Agent State 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State:客观事实(状态机)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Working Memory:主观认知(工作集)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 可恢复,WM 可重建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混在一起 = 恢复语义混乱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WM vs Agent State,维度,Agent State,Working Memory;性质,客观事实,主观认知;结构,枚举+字段,自由文本;恢复,权威源,可重建;写入,状态机迁移,每轮追加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应用:调试会话的工作集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错误堆栈摘要+已排除假设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相关文件列表+修改历史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下一步尝试清单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模型"记得"查过什么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应用:多轮表单填写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已收集字段+待收集字段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用户纠正记录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中断后凭工作集续填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踩坑:工作集无限膨胀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每轮都追加不清理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十轮后全是噪声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修复:容量上限+淘汰策略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踩坑:把 State 塞进 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状态机字段被当文本改写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恢复后状态非法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规则:结构化归 State,文本归 WM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优化:工作集快照进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每轮的工作集快照可回放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复盘模型"当时看到了什么"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Context Debug Report 互补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优化:跨任务继承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新任务可选继承旧任务摘要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关联任务链不断档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项目级记忆的过渡形态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Working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WM 与 Agent State 怎么分工?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Scratchpad 里放什么?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工作集膨胀怎么治?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生命周期四个阶段?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语义缓存 · src/agent_platform/shared/semantic_cache.py:44-92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04" y="762000"/>
            <a:ext cx="6336792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4-2 · Working Memo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