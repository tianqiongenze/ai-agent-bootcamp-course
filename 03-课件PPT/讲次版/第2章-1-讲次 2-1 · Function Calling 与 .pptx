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2-1 · Function Calling 与 Tool Use 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本章问题域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模型会说,但不会做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目标:让模型安全地"用手干活"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三层:机制(FC)/治理(Runtime)/协议(MCP)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对应工程:src/agent_platform/tools/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Runtime 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注册:Tool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8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8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62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27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15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15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39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启停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注册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执行:权限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8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338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8625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Schema 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27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510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超时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15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15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395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重试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审计:InMemory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Pulsar 适配(降级)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哈希链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外部:MCP Client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文件/DB/GitHub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Function Calling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模型不执行任何代码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只输出"我想调 toolX,参数是{...}"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执行权永远在 Runtime 手里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意图与执行分离是安全的第一性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一次工具调用的完整时序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① 请求携带工具定义清单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② 模型返回 tool_calls 意图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③ Runtime 校验并执行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④ 结果以 role=tool 回灌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⑤ 模型基于结果继续推理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Function Calling 全时序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工具实现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审计总线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tool_calls 意图+参数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校验+执行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08500" y="34480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4508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ToolResult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08500" y="426720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95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事件落盘(脱敏)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50863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7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role=tool 回灌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工具定义的七要素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name:唯一且动词化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description:给模型看的说明书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parameters:JSON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返回/错误结构约定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权限等级 + 风险等级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描述写不好,模型就选错工具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工具契约七要素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动词化唯一名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给模型看的说明书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JSON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返回结构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Output 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错误结构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Error Schema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权限等级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READ/WRITE/DANGEROUS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三份契约:Input/Output/Error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Input Schema:参数合法性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Output Schema:结果可消费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Error Schema:失败可处理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契约三方共享:模型/Runtime/审计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三契约卡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Input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参数类型/必填/范围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Output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结果结构可消费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Error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失败可程序处理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工具选择机制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模型按任务语义匹配工具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依据:name + description + 参数说明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多工具相似 → 选择抖动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缓解:描述差异化 + few-shot 示范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@tool 装饰器:签名派生 Schema · src/agent_platform/tools/runtime.py:76-108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模型选工具流程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任务语义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匹配 name+description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生成参数(遵循 Schema)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Runtime 校验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执行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观察回灌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描述写不好=选择抖动:描述是给模型看的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模型不选工具怎么办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描述太抽象,模型没信心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参数必填太多,模型绕开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优化:拆细工具 + 简化必填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工具设计是 Prompt 设计的一部分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工具治理全景图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 → 权限 → 执行 → 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超时/重试/降级/恢复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全链路留痕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第2章代码就是这张图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ToolExecutor 六步管线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取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enabled 检查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权限判定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参数校验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超时执行(wait_for)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审计落盘(脱敏)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任一步失败都有结构化出口,绝不静默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应用:天气查询工具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name=get_weather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参数:city(string,必填)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风险:READ,人人可调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平台测试用它演示全流程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get_weather 端到端实测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executor.execute("get_weather", {"city": "Beijing"})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ToolResult(ok=True, output='sunny::Beijing', latency_ms=0.4)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AuditEvent(tool='get_weather', args={'city':'Beijing'})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READ 工具+agent 角色:直接放行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应用:订单查询工具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参数:order_id+权限透传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只能查自己有权的订单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返回脱敏后的订单摘要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工具内部也要做数据权限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踩坑:让模型生成 SQL 直接执行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事故:NL2SQL 删了生产表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教训:SQL 是高危工具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防护:只读账号+白名单+审计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更优:封装业务查询工具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踩坑:参数幻觉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模型编造不存在的 order_id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只保类型不保真实性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防护:业务层存在性校验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反馈错误让模型重选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优化:工具描述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 description 观察选择准确率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构造工具选择评测集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准确率纳入回归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工具选择率是第5章核心指标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优化:并行工具调用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模型一次返回多个 tool_calls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无依赖的调用并发执行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有依赖的串行编排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延迟立减,审计要按序落盘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平台工程对照:装饰器注册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@tool 从函数签名派生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秒注册一个生产级工具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类型注解即文档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代码:tools/runtime.py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27/29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@tool 装饰器:签名即 Schema · src/agent_platform/tools/runtime.py:78-108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28/29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Function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为什么模型永远不直接执行工具?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工具描述里最影响选择准确率的是什么?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参数幻觉如何兜底?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并行调用的前提条件是什么?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29/29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2-1 · Function 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