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2-1 · Function Calling 与 Tool Use 原理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Function Calling、Tool Runtime 与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2-2 · Tool Registry 设计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2-3 · 工具治理与安全边界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2-4 · MCP 协议与接入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2-5 · Agent Tool Runtime 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Lab2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2-1 · Function Calling 与 Tool Use 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本章问题域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模型会说,但不会做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目标:让模型安全地"用手干活"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三层:机制(FC)/治理(Runtime)/协议(MCP)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对应工程:src/agent_platform/tools/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4/29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Runtime 全景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注册:Tool Registry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338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338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720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元数据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27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605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版本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1550" y="952500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9155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24900" y="952500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启停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注册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3835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执行:权限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8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338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6720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Schema 校验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6270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627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605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超时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1550" y="2224087"/>
            <a:ext cx="207645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9155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24900" y="2224087"/>
            <a:ext cx="184785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重试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治理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50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383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审计:InMemory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768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768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101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Pulsar 适配(降级)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8600" y="3495674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86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81950" y="3495674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哈希链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审计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外部:MCP Client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文件/DB/GitHub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5/29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模型不执行任何代码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只输出"我想调 toolX,参数是{...}"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执行权永远在 Runtime 手里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意图与执行分离是安全的第一性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一次工具调用的完整时序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① 请求携带工具定义清单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② 模型返回 tool_calls 意图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③ Runtime 校验并执行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④ 结果以 role=tool 回灌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⑤ 模型基于结果继续推理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7/29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Function Calling 全时序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Runtime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工具实现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审计总线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tool_calls 意图+参数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校验+执行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08500" y="34480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4508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ToolResult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08500" y="426720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5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事件落盘(脱敏)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086350"/>
            <a:ext cx="317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7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role=tool 回灌|意图与执行分离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8/29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工具定义的七要素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name:唯一且动词化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description:给模型看的说明书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parameters:JSON Schema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返回/错误结构约定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权限等级 + 风险等级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描述写不好,模型就选错工具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9/29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工具契约七要素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动词化唯一名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description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给模型看的说明书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parameters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JSON Schema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返回结构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Output Schema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错误结构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Error Schema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权限等级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READ/WRITE/DANGEROUS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10/29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三份契约:Input/Output/Error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Input Schema:参数合法性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Output Schema:结果可消费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Error Schema:失败可处理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契约三方共享:模型/Runtime/审计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11/29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三契约卡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Input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参数类型/必填/范围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Output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结果结构可消费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Error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失败可程序处理|三方共享:模型/Runtime/审计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工具选择机制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模型按任务语义匹配工具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依据:name + description + 参数说明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多工具相似 → 选择抖动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缓解:描述差异化 + few-shot 示范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13/29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装饰器:签名派生 Schema · src/agent_platform/tools/runtime.py:76-108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720" y="762000"/>
            <a:ext cx="905256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14/29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模型选工具流程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选择准确率可评测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任务语义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匹配 name+description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生成参数(遵循 Schema)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Runtime 校验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观察回灌|选择准确率可评测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描述写不好=选择抖动:描述是给模型看的 Prompt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15/29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模型不选工具怎么办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描述太抽象,模型没信心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参数必填太多,模型绕开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优化:拆细工具 + 简化必填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工具设计是 Prompt 设计的一部分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工具治理全景图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校验 → 权限 → 执行 → 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超时/重试/降级/恢复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全链路留痕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第2章代码就是这张图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17/29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ToolExecutor 六步管线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源码:tools/runtime.py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取 Spec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enabled 检查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权限判定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参数校验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超时执行(wait_for)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审计落盘(脱敏)|源码:tools/runtime.py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任一步失败都有结构化出口,绝不静默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18/29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应用:天气查询工具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name=get_weather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参数:city(string,必填)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风险:READ,人人可调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平台测试用它演示全流程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19/29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get_weather 端到端实测,$ executor.execute("get_weather", {"city": "Beijing"});ToolResult(ok=True, output='sunny::Beijing', latency_ms=0.4);AuditEvent(tool='get_weather', args={'city':'Beijing'});# READ 工具+agent 角色:直接放行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20/29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应用:订单查询工具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参数:order_id+权限透传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只能查自己有权的订单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返回脱敏后的订单摘要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工具内部也要做数据权限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21/29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踩坑:让模型生成 SQL 直接执行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事故:NL2SQL 删了生产表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教训:SQL 是高危工具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防护:只读账号+白名单+审计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更优:封装业务查询工具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22/29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踩坑:参数幻觉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 order_id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Schema 只保类型不保真实性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防护:业务层存在性校验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反馈错误让模型重选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23/29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优化:工具描述 A/B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 description 观察选择准确率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构造工具选择评测集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准确率纳入回归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工具选择率是第5章核心指标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24/29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优化:并行工具调用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模型一次返回多个 tool_calls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无依赖的调用并发执行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有依赖的串行编排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延迟立减,审计要按序落盘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平台工程对照:装饰器注册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@tool 从函数签名派生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秒注册一个生产级工具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类型注解即文档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代码:tools/runtime.py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26/29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第2章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27/29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@tool 装饰器:签名即 Schema · src/agent_platform/tools/runtime.py:78-108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28/29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Function Calling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为什么模型永远不直接执行工具?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工具描述里最影响选择准确率的是什么?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参数幻觉如何兜底?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并行调用的前提条件是什么?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第2章 · 29/29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2-1 · Function Cal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