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5-4 · Agent Eval:核心护城河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为什么需要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能运行 ≠ 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Demo 成功 ≠ 真实任务成功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Prompt 可能旧任务退化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换模型可能工具行为漂移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没有数据,变好只是感觉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的商业含义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迭代方向靠数据定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回归拦住退化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对外可证明质量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护城河=数据+迭代速度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项目质量轨迹(审计评分)</a:t>
            </a:r>
          </a:p>
        </p:txBody>
      </p:sp>
      <p:pic>
        <p:nvPicPr>
          <p:cNvPr id="5" name="Picture 4" descr="chart_298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两轮数据驱动重构 +3.3 分:每项改动都有实测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标准任务集:输入+期望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覆盖:代码理解/修改/检索/长程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平台:GoldenCase 三字段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起步 20 条,持续扩充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Set 基线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起步规模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指标全景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improved/regressed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红线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幻觉率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指标:任务与工具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Task Success Rate:完成率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Call Accuracy:选对工具吗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Parameter Accuracy:参数对吗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北极星是成功率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指标:质量与可信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Answer Correctness:答案对吗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Citation Accuracy:引用支持结论吗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Hallucination Rate:幻觉率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Retrieval Recall:召回够吗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指标:效率与恢复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Latency / Token Cost / Tool Call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Failure Recovery Rate:失败自愈率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Handoff Rate:转人工率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 Test:回归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成本指标与质量指标并重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核心指标分类,类别,指标,采集方式;质量,成功率/正确率/引用准确率,自动+抽检;效率,延迟/Token/工具次数,自动;韧性,恢复率/接管率/回归,自动+人工;安全,拦截率/高危次数,自动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方法:规则与快照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Rule-based:关键词/正则/数值断言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Schema-based:结构合法性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Snapshot:输出快照比对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确定、便宜、可进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方法:Golden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人工标注标准答案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精确或语义匹配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适合稳定的高频任务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方法:LLM-as-Judge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用强模型当裁判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适用:开放式答案评分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不可靠:顺序偏置/自我偏好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重要结论配人工抽检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Judge 评分时序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 答案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Judge 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提交答案+评分标准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逐项打分+理由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857624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814762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结构化 verdict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1819276" y="483869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905000" y="4881561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1862138" y="5005387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>
            <a:off x="1333500" y="509111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6200000">
            <a:off x="1333500" y="504824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8750" y="4614861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抽检校准(防偏置)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方法:人工与成对比较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Eval:标注规范+抽检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Pairwise:A/B 两版对比胜率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上线前的最终关卡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方法分层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人工评测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最终关卡(最贵)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LLM-as-Judge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开放式评分(需校准)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Golden+规则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确定性基线(进 CI)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回归测试与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新版本跑全量 Golden 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improved/regressed 双清单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A/B:线上按流量对比指标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EvalRunner.regression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回归输出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EvalRunner.regression(old, new)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RegressionDelta(improved=['c1'], regressed=[])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improved: 新版本修好的用例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regressed: 弄坏的用例(CI 阻断)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平台门禁:regressed 非空 → 禁止合并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应用:代码修复回归集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10 个有 bug 的函数+期望修复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每次改动跑一遍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修复率即核心指标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应用:RAG 问答评测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问+标准答案+期望来源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正确率+引用准确率双指标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与第4章四指标联动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踩坑:评测集泄漏进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用了评测样例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指标虚高,上线即跌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治理:评测集隔离管理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踩坑:Judge 模型的偏置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偏好长答案/自己家的风格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缓解:双 Judge+随机顺序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定期人工校准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三偏置与对策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顺序偏置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先出现的打分高→随机化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长度偏置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长答案加分→控变量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自我偏好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偏爱同源风格→双 Judge+人工抽检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优化:评测即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触发核心评测集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指标不达标阻断合并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质量门禁的最终形态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指标的采集成本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自动指标:零人工,随跑随出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Judge:一次额外调用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人工:最贵,只用于抽检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按指标重要性分配采集方式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前沿④:Agent 工程化平台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LLM OS 叙事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成为新应用层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LangSmith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trace 数据飞轮(标注→训练)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上线后健康分+回放即调试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EvalRunner+Trace+Replay 同构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数据结构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GoldenCase → AgentAnswer → CaseVerdict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EvalReport:成功率+工具准确率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RegressionDelta:improved/regressed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数据结构即评测契约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测试数量增长轨迹</a:t>
            </a:r>
          </a:p>
        </p:txBody>
      </p:sp>
      <p:pic>
        <p:nvPicPr>
          <p:cNvPr id="5" name="Picture 4" descr="chart_338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覆盖率门禁 80% 持续绿:回归是迭代底气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回归双清单 · src/agent_platform/eval/evaluator.py:116-121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六类指标各举一例?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什么时候不可信?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评测集为什么要隔离?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回归双清单怎么读?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