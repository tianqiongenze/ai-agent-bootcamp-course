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5.4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5-4 · Agent Eval:核心护城河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Multi-Agent、Skill 与 Agent 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5-1 · Multi-Agent 模式与边界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5-2 · Subagent 任务委托与聚合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5-3 · Skill 系统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5-4 · Agent Eval:核心护城河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5-5 · Trace Analysis 与平台集成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Lab5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2/32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5-4 · Agent Eval:核心护城河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为什么需要 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能运行 ≠ 可靠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Demo 成功 ≠ 真实任务成功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改 Prompt 可能旧任务退化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换模型可能工具行为漂移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没有数据,变好只是感觉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4/32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Eval 的商业含义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迭代方向靠数据定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回归拦住退化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对外可证明质量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护城河=数据+迭代速度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5/32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项目质量轨迹(审计评分)</a:t>
            </a:r>
          </a:p>
        </p:txBody>
      </p:sp>
      <p:pic>
        <p:nvPicPr>
          <p:cNvPr id="5" name="Picture 4" descr="chart_757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两轮数据驱动重构 +3.3 分:每项改动都有实测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6/32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Golden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标准任务集:输入+期望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覆盖:代码理解/修改/检索/长程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平台:GoldenCase 三字段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起步 20 条,持续扩充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7/32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Golden Set 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20^题^起步规模;14^项^指标全景;2^清单^improved/regressed;1^红线^幻觉率|随故障增长:每修复+1 用例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50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1905000"/>
            <a:ext cx="2309812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起步规模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43312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43312" y="1905000"/>
            <a:ext cx="2309812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3312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3312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5712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指标全景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874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8874" y="1905000"/>
            <a:ext cx="2309812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8874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8874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4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improved/regressed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34436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34436" y="1905000"/>
            <a:ext cx="2309812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34436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59E0B"/>
                </a:solidFill>
                <a:latin typeface="PingFang SC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4436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红线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6836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幻觉率|随故障增长:每修复+1 用例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8/32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指标:任务与工具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Task Success Rate:完成率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Tool Call Accuracy:选对工具吗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Tool Parameter Accuracy:参数对吗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北极星是成功率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9/32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指标:质量与可信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Answer Correctness:答案对吗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Citation Accuracy:引用支持结论吗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Hallucination Rate:幻觉率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Retrieval Recall:召回够吗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10/32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指标:效率与恢复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Latency / Token Cost / Tool Call 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Failure Recovery Rate:失败自愈率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Human Handoff Rate:转人工率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Regression Test:回归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成本指标与质量指标并重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11/32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核心指标分类,类别,指标,采集方式;质量,成功率/正确率/引用准确率,自动+抽检;效率,延迟/Token/工具次数,自动;韧性,恢复率/接管率/回归,自动+人工;安全,拦截率/高危次数,自动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12/32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方法:规则与快照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Rule-based:关键词/正则/数值断言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Schema-based:结构合法性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Snapshot:输出快照比对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确定、便宜、可进 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13/32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方法:Golden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人工标注标准答案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精确或语义匹配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适合稳定的高频任务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14/32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方法:LLM-as-Judge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用强模型当裁判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适用:开放式答案评分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不可靠:顺序偏置/自我偏好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重要结论配人工抽检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15/32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Judge 评分时序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Runner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Agent 答案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Judge 模型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提交答案+评分标准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833687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6581776" y="2790825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667500" y="2833687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624638" y="2957513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6096000" y="3043237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6200000">
            <a:off x="6096000" y="3000375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1250" y="2566987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逐项打分+理由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333500" y="3857624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6200000">
            <a:off x="1333500" y="3814762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0750" y="3571874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结构化 verdict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33500" y="4881561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1819276" y="4838699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905000" y="4881561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0800000">
            <a:off x="1862138" y="5005387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1333500" y="5091111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6200000">
            <a:off x="1333500" y="5048249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28750" y="4614861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抽检校准(防偏置)|顺序随机化+双 Judge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16/32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方法:人工与成对比较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Human Eval:标注规范+抽检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Pairwise:A/B 两版对比胜率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上线前的最终关卡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17/32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Eval 方法分层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人工评测:最终关卡(最贵);LLM-as-Judge:开放式评分(需校准);Golden+规则:确定性基线(进 CI)|成本自底向上递增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5855" y="1333500"/>
            <a:ext cx="232029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5855" y="1333500"/>
            <a:ext cx="57150" cy="1066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6355" y="1333500"/>
            <a:ext cx="8817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B5CF6"/>
                </a:solidFill>
                <a:latin typeface="PingFang SC"/>
              </a:rPr>
              <a:t>人工评测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3971" y="1333500"/>
            <a:ext cx="1345768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最终关卡(最贵)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41935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5050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34802" y="2609850"/>
            <a:ext cx="3922395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34802" y="2609850"/>
            <a:ext cx="57150" cy="1066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302" y="2609850"/>
            <a:ext cx="14905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B8A6"/>
                </a:solidFill>
                <a:latin typeface="PingFang SC"/>
              </a:rPr>
              <a:t>LLM-as-Judge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3760" y="2609850"/>
            <a:ext cx="2274989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开放式评分(需校准)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369570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6053138" y="378142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33750" y="3886200"/>
            <a:ext cx="55245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3750" y="3886200"/>
            <a:ext cx="57150" cy="1066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4250" y="3886200"/>
            <a:ext cx="20993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PingFang SC"/>
              </a:rPr>
              <a:t>Golden+规则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550" y="3886200"/>
            <a:ext cx="32042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确定性基线(进 CI)|成本自底向上递增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18/32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回归测试与 A/B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新版本跑全量 Golden 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improved/regressed 双清单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A/B:线上按流量对比指标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EvalRunner.regression 已实现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19/32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EvalRunner 回归输出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$ EvalRunner.regression(old, new);RegressionDelta(improved=['c1'], regressed=[]);# improved: 新版本修好的用例;# regressed: 弄坏的用例(CI 阻断);# 平台门禁:regressed 非空 → 禁止合并|tests 真实断言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3500" y="952500"/>
            <a:ext cx="9525000" cy="5048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33500" y="95250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049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5260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002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0" y="95250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100" y="1485900"/>
            <a:ext cx="9067800" cy="438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EvalRunner.regression(old, new)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RegressionDelta(improved=['c1'], regressed=[])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improved: 新版本修好的用例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regressed: 弄坏的用例(CI 阻断)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平台门禁:regressed 非空 → 禁止合并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20/32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应用:代码修复回归集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10 个有 bug 的函数+期望修复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每次改动跑一遍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修复率即核心指标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21/32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应用:RAG 问答评测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30 问+标准答案+期望来源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正确率+引用准确率双指标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与第4章四指标联动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22/32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踩坑:评测集泄漏进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Few-shot 用了评测样例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指标虚高,上线即跌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治理:评测集隔离管理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23/32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踩坑:Judge 模型的偏置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偏好长答案/自己家的风格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缓解:双 Judge+随机顺序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定期人工校准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24/32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三偏置与对策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顺序偏置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先出现的打分高→随机化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长度偏置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长答案加分→控变量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自我偏好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偏爱同源风格→双 Judge+人工抽检|重要结论必配人工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25/32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优化:评测即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 触发核心评测集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指标不达标阻断合并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质量门禁的最终形态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26/32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5-4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Eval 指标的采集成本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自动指标:零人工,随跑随出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Judge:一次额外调用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人工:最贵,只用于抽检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按指标重要性分配采集方式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28/32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EvalRunner 数据结构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GoldenCase → AgentAnswer → CaseVerdict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EvalReport:成功率+工具准确率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RegressionDelta:improved/regressed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数据结构即评测契约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29/32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测试数量增长轨迹</a:t>
            </a:r>
          </a:p>
        </p:txBody>
      </p:sp>
      <p:pic>
        <p:nvPicPr>
          <p:cNvPr id="5" name="Picture 4" descr="chart_6812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覆盖率门禁 80% 持续绿:回归是迭代底气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30/32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回归双清单 · src/agent_platform/eval/evaluator.py:116-121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1432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Eval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六类指标各举一例?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LLM-as-Judge 什么时候不可信?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评测集为什么要隔离?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回归双清单怎么读?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32/32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5-4 · Agent Eval:核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