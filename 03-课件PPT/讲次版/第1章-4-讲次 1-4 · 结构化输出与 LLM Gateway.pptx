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1.4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1-4 · 结构化输出与 LLM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LLM API、Prompt 与结构化输出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7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1-1 · 能力模型与 LLM API 基础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1-2 · Streaming 流式输出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1-3 · 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1-4 · 结构化输出与 LLM Gateway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Lab1 验收清单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2/39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1-4 · 结构化输出与 LLM Gateway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为什么禁止裸解析自然语言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需要机器可读的决策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正则解析自由文本 = 脆弱管道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结构化 = 可校验/可重试/可降级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这是 Demo 与工程的分水岭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4/39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JSON Schema:结构契约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字段名/类型/必填/枚举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是模型、Runtime、审计三方共享契约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也是第2章工具参数的校验基石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5/39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Pydantic:三合一利器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定义结构 + Schema 导出 + 反序列化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校验失败抛具体字段错误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 FastAPI/strawberry 无缝集成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平台全链路 Pydantic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6/39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模型原生结构化输出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API 层直接传 response_format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模型保证 JSON 合法(约束解码)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平台:response_schema 字段已预留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降级:不支持时退回 Few-shot 约束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7/39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Schema 校验闭环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模型返回 → json.loads → Pydantic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失败:把报错反喂给模型自修复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二次失败:降级默认值/缓存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错误反喂是自修复的标准姿势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8/39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应用:工单分类器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输入:用户工单原文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Schema:category/urgency/summary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校验:category 限定枚举值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失败重试一次后走人工兜底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9/39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应用:NL2SQL 前置校验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模型产出 SQL 与涉及的表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 校验字段白名单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只读账号 + LIMIT 强制注入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结构化让"危险操作"可拦截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10/39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踩坑:JSON 外壳污染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模型输出 ```json 代码围栏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直接 loads 失败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修复:剥围栏 + 容错解析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根治:原生结构化输出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11/39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踩坑:枚举值幻觉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要求输出 A/B/C,模型输出 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 校验挡下 → 反喂纠错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优化:在 prompt 里重复枚举约束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校验器是最后一道防线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12/39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LLM Gateway:为什么需要统一入口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密钥集中管理,业务侧零 Key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多厂商协议差异屏蔽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成本留痕/限流/降级集中实现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20 项能力的第一项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13/39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Gateway 内部分层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90500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38350" y="952500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入口:JWT/租户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3385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3385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7200" y="952500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注入检查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270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627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6050" y="952500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重放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155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155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24900" y="952500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限流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风控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9050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383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核心:Provider 抽象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68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8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101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ModelRouter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486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486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819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Prompt 模板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调用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383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输出:SSE 代理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01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Schema 校验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819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双向 Pydantic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留痕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9050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38350" y="4767261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旁路:Cost Ledger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8768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8768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10150" y="4767261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Prometheus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486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8486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81950" y="4767261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Pulsar 审计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14/39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Gateway 核心职责清单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OpenAI Compatible 统一协议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Streaming 逐块代理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 传入机制屏蔽底层差异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请求/响应双向 Pydantic 校验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15/39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Gateway 的路由与降级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ModelRouter:按链 primary→fast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ProviderError 触发 fallback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全失败 → AllProvidersFailedError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attempts 留痕供 Trace 分析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平台已实现,测试守护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16/39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路由状态机(实测路径)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14750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14750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IDLE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0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0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PRIMARY_OK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14750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4750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FALLBACK_FAST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0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0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ALL_FAILED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43600" y="242887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6010276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2550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200 返回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29175" y="2952750"/>
            <a:ext cx="0" cy="5715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4786313" y="343852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52937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primary 429→fast 承接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5943600" y="2428875"/>
            <a:ext cx="1266825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6200000">
            <a:off x="5943600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43562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连接复用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43600" y="404812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6010276" y="4005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2550" y="372427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fast 亦失败|ALL_FAILED 聚合报错+attempts 留痕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17/39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Gateway 的可观测性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每次调用:模型/参数/用量/耗时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失败原因结构化记录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为第6章成本账本供数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gateway.py 只缺真实供应商适配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18/39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踩坑:网关变单点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网关挂了全部业务瘫痪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多副本部署 + 健康检查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客户端保留直连降级路径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无状态服务才敢水平扩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19/39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优化:语义缓存(预告)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相同/相似问题直接回缓存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精确 hash 命中 → 向量语义命中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第4章 Embedding 就绪后落地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命中率 30% 即省近三成成本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20/39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Schema 设计原则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必填最小化:可选字段显式可空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枚举优先于自由字符串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嵌套不超过两层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Schema 越简单遵循度越高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21/39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Schema 五原则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必填最小化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可选显式可空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枚举优先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禁自由字符串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嵌套≤2 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遵循度友好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错误留位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null 表缺失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版本字段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兼容演进|Schema 越简单遵循度越高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22/39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反喂重试的 Prompt 构造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附上原始输出+校验错误详情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明确要求:只修错误,别重写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附上 Schema 全文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反喂一次的修复率通常超八成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23/39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降级策略设计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缓存上次成功结果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业务默认值(标记降级)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转人工队列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降级路径必须有测试覆盖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24/39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结构化输出降级路径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4125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24125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OK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5375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05375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RETRY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86625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86625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FEEDBACK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24125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4125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CACHED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05375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05375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DEFAULT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6625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6625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MANUAL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752975" y="242887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819651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1925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校验失败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34225" y="242887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200901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3175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错误反喂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752975" y="2428875"/>
            <a:ext cx="3648075" cy="161925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4763917">
            <a:off x="4749289" y="3987874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43562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二败取缓存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752975" y="404812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4819651" y="4005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71925" y="372427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无缓存给默认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34225" y="404812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200901" y="4005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3175" y="372427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高危转人工|每一级都可测试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25/39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应用:周报复生成器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Schema:指标名/值/环比/归因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归因字段强制引用原文片段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校验:数值类型+环比方向合法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26/39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踩坑:大 Schema 降低遵循度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字段超过 20 个错误率飙升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修复:拆多次调用+程序合并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或顶层拆 subsection 分步抽取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27/39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优化:Schema 缓存与复用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常用 Schema 进模板库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版本化:字段变更走评审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导出 JSON Schema 供多语言消费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28/39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Gateway 部署拓扑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无状态多副本 + LB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依赖:Redis(限流)/PG(留痕)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健康检查:LLM Provider 探活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单机 Compose 验证,多节点同构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29/39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M1 里程碑:平台已有能力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Provider 抽象 + Mock 确定性回放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模型路由 fallback + 留痕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SSE 流式 + GraphQL 查询面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68 个测试,覆盖率 96%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真实供应商只需 .env 切换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30/39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前沿①:提示词工程新范式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DSPy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Prompt 编译器(程序化优化)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Prompt Caching 经济学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官方缓存省 50~90% 输入费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结构化输出已成为 API 原生能力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A/B→多臂老虎机自动择优|企业案例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Cursor 的 Cursor Rules 生态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31/39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真实联调延迟对比(秒)</a:t>
            </a:r>
          </a:p>
        </p:txBody>
      </p:sp>
      <p:pic>
        <p:nvPicPr>
          <p:cNvPr id="5" name="Picture 4" descr="chart_5475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流式首响应快 3.5 倍:TTFT 是体验北极星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32/39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能力模型:后端优势平移+四项新能力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API/参数/Token:调用稳定性基石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Streaming:体验与成本的双重解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Prompt/结构化:从 Demo 到工程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下一章:让模型长出手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33/39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前沿②:模型生态与案例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国产双雄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GLM-5(1M 上下文)/DeepSeek-V4(推理强)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编码代理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Claude Code/Cursor/Devin(任务级自主)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国内平台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扣子(Coze)/百炼(阿里)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本课程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双协议实测 GLM-5.3|2026-10 实测数据在册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34/39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M1 里程碑成果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2^协议^OpenAI+Anthropic;17.0^秒^真实联调;626^tokens^单次全程;93%^覆盖率^模块级|两协议实测 2026-10-03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7750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1905000"/>
            <a:ext cx="2309812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协议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OpenAI+Anthropic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43312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43312" y="1905000"/>
            <a:ext cx="2309812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3312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17.0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3312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5712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真实联调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8874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8874" y="1905000"/>
            <a:ext cx="2309812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8874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626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8874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tokens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274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单次全程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34436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34436" y="1905000"/>
            <a:ext cx="2309812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34436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59E0B"/>
                </a:solidFill>
                <a:latin typeface="PingFang SC"/>
              </a:rPr>
              <a:t>93%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4436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覆盖率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6836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模块级|两协议实测 2026-10-03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35/39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Lab1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Mock 单测全绿,覆盖率 ≥80%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SSE 打字机效果(curl -N 演示)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主模型故障自动 fallback(attempts=2)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结构化输出反喂重试成功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Prompt 模板进仓库并带版本号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36/39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结构化输出与 Gateway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为什么禁止裸解析自然语言?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反喂重试的 Prompt 怎么构造?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语义缓存阈值为什么 0.92?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Gateway 单点怎么防?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37/39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Anthropic complete · src/agent_platform/gateway/anthropic_provider.py:86-116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515" y="762000"/>
            <a:ext cx="956496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38/39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Function Calling:模型如何选工具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 Registry:工具如何被治理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MCP:工具如何标准化接入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目标里程碑 M2:工具调用基础设施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把"会说话"的模型变成"能干活"的模型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39/39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