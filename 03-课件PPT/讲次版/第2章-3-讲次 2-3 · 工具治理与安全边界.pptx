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2-3 · 工具治理与安全边界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治理四道防线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参数校验:挡脏数据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权限分级:挡越权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人工确认:挡高危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审计回放:事后可追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ToolExecutor 即四道串联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参数校验:Schema 即法律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严格校验类型/必填/范围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拒绝多余字段(防注入)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错误信息结构化返回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校验失败不进执行,直接审计留痕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权限模型:RBAC 三角色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readonly:仅 READ 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agent:READ + 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admin:全部(含 DANGEROUS)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身份透传:用户权限决定工具权限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RBAC 风险矩阵,角色,READ 工具,WRITE 工具,DANGEROUS 工具;readonly,✓,✗,✗;agent,✓,✓,需确认凭据;admin,✓,✓,需确认凭据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高危工具:确认凭据制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DANGEROUS 一律拒 readonly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执行必须带 confirmed=True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drop_database 演示拦截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无确认执行=安全事故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PERMIT_OK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EXECUTING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AUDITED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REJECTED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9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权限通过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61175" y="2124075"/>
            <a:ext cx="17049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1175" y="2124075"/>
            <a:ext cx="17049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wait_for 执行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80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93551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36025" y="2805112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6025" y="2805112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超时降级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非相邻转移:EXECUTING → AUDITED  PENDING →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工具白名单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场景级白名单:客服场景只开放查询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白名单外静默拒绝+审计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白名单变更走审批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表级权限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强制 LIMIT 与超时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 DDL/DML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全部 SQL 进审计日志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四道闸实测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只读账号: SELECT only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表级权限: business_ro 白名单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强制 LIMIT 1000 + 超时 3s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DDL/DML 关键词静态拦截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全部 SQL 进审计(哈希链防篡改)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NL2SQL 永远不直连生产写库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命令白名单机制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禁用 sudo/dd/shutdown 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危险模式硬拦截(rm -rf 变体)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Sandbox 详细展开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人工确认机制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状态挂起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确认内容:做什么/影响什么/代价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第3章状态机原生支持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HITL 确认时序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状态机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遇 DANGEROUS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waiting_approval+说明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17500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approved(confirmed=True)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3857625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放行执行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rejected(默认)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取消分支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调用队列与依赖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多工具调用:顺序/依赖管理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有依赖按拓扑序执行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失败传播策略:中止或跳过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审计日志:记什么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工具名/版本/参数(脱敏)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权限判定结果与耗时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成功失败/重试次数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审计事件实测(JSON)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executor.execute("query_user", {"api_key":"sk-xxx","q":"joel"})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AuditEvent(event_id="e1", run_id="r6", tool="query_user",args={"api_key": "***MASKED***", "q": "joel"}, ok=True)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mask_args 声明的字段在审计层统一脱敏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meta.chain_hash 哈希链防篡改(v1.3)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敏感数据脱敏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mask_args 集合声明敏感字段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值替换 ***MASKED***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平台实测:api_key 不落日志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生产红线:PII/Key 永不落盘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审计安全三道数字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密钥泄露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审计日志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脱敏字段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mask_args 机制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超时与失败恢复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wait_for 硬超时,防挂死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失败返回结构化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策略:重试/参数修正/降级/人工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工具异常不允许拖垮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应用:工单系统权限矩阵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客服角色:查工单/查知识库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组长角色:+改派/退款(确认)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管理员:+删除数据(高危)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一张表管理所有边界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踩坑:审计没接 Pulsar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 InMemory 重启即失忆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生产必须落库/落消息队列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PulsarAuditBus 已就绪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旁路降级:失败计数不阻塞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踩坑:重试放大副作用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邮件工具重试=重复群发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治理:非幂等工具禁自动重试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或引入幂等键去重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优化:审计的实时风控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审计流实时分析异常模式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单位时间高危调用超阈值→告警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自动降级为只读模式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优化:权限即代码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权限矩阵进 Git 版本化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变更走 PR 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校验角色-风险覆盖关系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执行管线:权限→校验→超时→审计 · src/agent_platform/tools/runtime.py:200-232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治理与安全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四道防线各拦住什么?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DANGEROUS 需要确认凭据?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非幂等工具的重试原则?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脱敏应该在哪一层做?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2-3 · 工具治理与安全边界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