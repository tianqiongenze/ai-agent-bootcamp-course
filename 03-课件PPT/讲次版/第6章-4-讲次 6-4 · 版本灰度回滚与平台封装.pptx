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6.4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6-4 · 版本灰度回滚与平台封装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工程化、生产部署与可观测性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7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6-1 · 模型服务与推理部署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6-2 · 性能与成本优化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6-3 · 可观测性与监控告警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6-4 · 版本灰度回滚与平台封装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Lab6 验收清单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2/37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6-4 · 版本灰度回滚与平台封装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六类版本对象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模型/Prompt/工具/Skill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RAG 策略/知识库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Workflow/Agent 本身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一切皆版本,一切可回滚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4/37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版本化对象清单,对象,版本内容,回滚方式;模型,厂商/参数/fallback 链,Flag 切换;Prompt,模板+评测报告,Flag 切换;工具,Schema/权限/逻辑,registry 版本;Skill,步骤/质量标准,版本递增;RAG 策略,分块/模型/Rerank,配置回退;知识库,快照+变更日志,快照恢复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5/37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模型与 Prompt 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记录:效果差异/适用场景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回滚点:评测通过的旧版本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Prompt 版本绑定评测报告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6/37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工具与 Skill 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Schema/权限/逻辑变更都算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平台:Skill 版本强制递增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灰度:新旧并存按流量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7/37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RAG 策略与知识库版本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切块/Embedding/检索参数/Rerank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知识库快照+变更日志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评测:切换前后引用准确率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8/37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Feature Flag:一切切换的开关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控制:Prompt/模型/策略/Planner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平台:FeatureFlags 已实现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Flag 代码比功能代码先上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9/37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灰度发布维度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按用户/部门/租户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按任务类型/风险等级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A/B Test+指标观察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平台:一致性哈希百分比灰度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10/37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JwtCodec:HS256 签发与校验 · src/agent_platform/security/auth.py:36-70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869" y="762000"/>
            <a:ext cx="8592260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11/37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灰度发布流水线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47637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525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25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变更+评测通过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747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7475" y="2667000"/>
            <a:ext cx="147637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527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27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367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审批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9077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4955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70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57700" y="2667000"/>
            <a:ext cx="147637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5301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301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390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10% 流量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910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42957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5792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7925" y="2667000"/>
            <a:ext cx="147637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323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323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412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指标观察 24h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9122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609600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5815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58150" y="2667000"/>
            <a:ext cx="1476375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34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34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435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50%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914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78962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5837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58375" y="2667000"/>
            <a:ext cx="1476375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4536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536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457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100%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59167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96964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596562" y="3867150"/>
            <a:ext cx="0" cy="22860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10800000">
            <a:off x="10553700" y="4010026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H="1">
            <a:off x="6996112" y="4095750"/>
            <a:ext cx="3600450" cy="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16200000">
            <a:off x="6996112" y="40528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6996112" y="3867150"/>
            <a:ext cx="0" cy="22860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/>
          <p:cNvSpPr/>
          <p:nvPr/>
        </p:nvSpPr>
        <p:spPr>
          <a:xfrm>
            <a:off x="6953250" y="3867150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6112" y="3848100"/>
            <a:ext cx="5076825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9E0B"/>
                </a:solidFill>
                <a:latin typeface="PingFang SC"/>
              </a:rPr>
              <a:t>循环(loop)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任一指标异常→FeatureFlag 一键回滚(秒级)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12/37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灰度的工程要求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同一用户判定恒定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比例可精确控制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平台实测:50% 灰度千用户命中 40%~60%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逐用户结果不漂移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13/37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回滚策略清单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Prompt/模型:Flag 秒级回退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工具:registry 版本切回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知识库:快照恢复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服务:镜像回退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回滚演练进 Lab6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14/37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回滚手段时效,对象,手段,时效;Prompt/模型,FeatureFlag 关闭,秒级;工具版本,registry 切回,分钟级;服务,镜像回退,分钟级;知识库,快照恢复,小时级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15/37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Server 生产化清单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部署/鉴权/网络隔离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工具白名单/日志审计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内网接入/密钥管理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多租户隔离/API Key 不入库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配置中心/敏感字段脱敏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1725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725" y="3009900"/>
            <a:ext cx="47625" cy="8763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9875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数据权限过滤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5075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七件事一张清单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16/37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前沿②:安全与身份生产化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OWASP LLM Top10 落地清单(注入/越权/供应链)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Agent 身份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每 Agent 独立凭证+最小权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等保 2.0 三级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审计留存/边界防护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WAF 模板+哈希链+JWT/M2M 可扩展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17/37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平台化封装三级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SDK:Gateway/Context/ToolCall/AgentRun/EvalRunner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服务化:模型/上下文/工具/工作流/评测/日志服务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治理:鉴权/限流/审计/版本/成本分摊/质量门禁/上线审批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从"项目"到"平台"的进化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18/37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生产化封装与 MCP 治理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Gateway/Context/ToolCall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服务化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模型/工具/评测独立扩缩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治理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鉴权/限流/审计/成本分摊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质量门禁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评测达标才发布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密钥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不入库/env 注入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3495675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租户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JWT 声明+数据隔离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19/37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部署形态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本地:Compose 一键全家桶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企业内网:模型/业务/知识库全内网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混合:敏感内网+通用云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Compose 即教学拓扑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20/37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安全与合规清单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API Key 不入库,走环境/密钥服务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Trace 日志脱敏(PII)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知识库/向量库/业务数据租户隔离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合规是架构约束,不是补丁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21/37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质量门禁与上线审批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CI:测试+覆盖率+评测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评测达标→审批→灰度→全量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变更流水线四道闸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22/37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变更流水线四道闸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测试+覆盖率+lint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750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75000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02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02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Golden 全量回归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3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59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950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灰度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10%→50%→100%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92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24h 指标窗口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23/37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应用:Prompt 上线全流程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改动→评测(improved 12)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Flag 10% 灰度→观察 24h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指标达标→100%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异常→一键回滚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Lab6 实战内容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24/37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Prompt 上线五步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改动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PR+变更说明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5285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887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8875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412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412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Golden 全量回归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122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725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725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250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灰度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Flag 10% 观察 24h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0562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05625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087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放量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087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50%→100%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905000"/>
            <a:ext cx="28575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PingFang SC"/>
              </a:rPr>
              <a:t>回滚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指标异常一键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25/37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踩坑:Flag 清理不及时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上线半年的临时开关还在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组合爆炸无法测试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治理:Flag 生命周期管理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26/37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踩坑:灰度看错指标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只看成功率,没看人工接管率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灰度全量后接管率翻倍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规则:核心指标族一起看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27/37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优化:发布日历与协同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变更错峰:避免模型+Prompt 同发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发布窗口+值班表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多团队协同的基本功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28/37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优化:配置中心化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模型路由/阈值/开关全进配置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变更审计+热生效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.env 起步,生产进配置中心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29/37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6-4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30/37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灰度指标的观察窗口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最短观察时长怎么定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样本量估算:够统计显著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拍脑袋全量是事故之源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31/37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演练:全链路上线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评测→审批→10%→50%→100%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中途注入故障→回滚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Lab6 压轴演练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32/37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一致性哈希灰度:同用户恒定 · src/agent_platform/governance/flags.py:14-31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3581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33/37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版本与灰度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六类版本对象各举一例?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一致性哈希灰度保证什么?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回滚优先用什么手段?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Flag 的生命周期怎么管?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34/37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部署:三形态+推理服务选型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成本:四级缓存+路由+预算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观测:三支柱+四族指标+Runbook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治理:六版本+灰度+门禁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下一章:综合实战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35/37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Lab6 验收清单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Flag 灰度+回滚演练通过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Trace 复现失败并 Replay 定位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成本报表按模型/工具分摊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Runbook 一条告警一条处置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Compose 全家桶健康检查通过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36/37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下一章预告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DeerFlow 九条架构线解析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深度研究平台/软件工厂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产品化方法论+Capstone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从课程到作品集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37/37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6-4 · 版本灰度回滚与平台封装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