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7.2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7-2 · 高阶案例:深度研究与软件工厂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企业级综合项目与产品化落地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6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7-1 · DeerFlow 企业级平台架构解析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7-2 · 高阶案例:深度研究与软件工厂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7-3 · Agent 产品化与作品集表达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Capstone 指引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结课寄语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2/42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7-2 · 高阶案例:深度研究与软件工厂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案例一:企业级深度研究平台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自动:搜集→交叉验证→分析→报告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研究从数天缩短到数小时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核心:Skill 沉淀方法论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A 的完整蓝图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前沿①:研究类产品图谱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Manus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通用任务代理(多工具长任务)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DeepResearch 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OpenAI/Gemini 深研模式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企业内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尽调/竞品/行研平台化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本课 Capstone A=同类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5/42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深度研究平台蓝图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主导 Agent:接题/拆解/编排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资料组:多源搜集(检索 Worker)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并行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验证组:交叉核对(证据 Worker)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成文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产出:Markdown 报告+证据链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6/42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研究平台的角色分工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主导 Agent:接题/拆解/编排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资料组:多源搜集(搜索/库/Wiki)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验证组:交叉核对证据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写作组:结构化成文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7/42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 Skill 的封装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竞品分析/行业调研/投资尽调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每个技能:步骤+数据源+质量标准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技能执行结果可评估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方法论的资产化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8/42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研究平台的数据源矩阵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外部:搜索引擎/行业库/专利平台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内部:Wiki/文档库/专家图谱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治理:权限+审计+脱敏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Tool 接入清单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9/42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研究工作流编排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拆解→并行搜集→汇总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→交叉验证→结构化分析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→报告生成→引用核对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Supervisor+Worker 标准落地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10/42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研究的证据链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每个结论:来源+引用+工具调用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全程留痕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可追溯可审计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report_md() 即雏形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11/42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研究报告的输出形态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Markdown:技术团队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HTML:管理层汇报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交互文档:移动端浏览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一份数据,多端渲染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12/42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研究平台的效率收益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传统:3~5 人天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平台:2~4 小时+人工复核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质量守门:引用准确率红线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答辩时用真实数字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13/42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案例二:新一代软件工厂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需求→拆解→开发→审查→测试→CI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端到端自动化开发流水线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核心:多角色 Agent 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B 的完整蓝图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14/42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PM 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架构师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开发 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QA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任务包(八要素)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结构决策(选技能)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4480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Loop 产出变更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Eval 验收(100% 方可 done)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PR→CI→合并(GitHub Channel)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15/42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软件工厂的角色矩阵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产品经理 Agent:需求分析/验收标准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架构师 Agent:方案/模块划分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 Agent:代码/单测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QA Agent:测试/验收报告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职责边界=委托八要素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16/42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GitHub Channel 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分支创建/代码提交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 发起/CI 检查回调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全程可追溯:需求到 PR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DevOps 的 Agent 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17/42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PM 出任务包(委托八要素)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架构师选技能出结构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开发走 Loop 产出变更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QA 跑 Eval 验收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factory.py 已可运行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18/42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 交付流水线(实测)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create_branch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commit_file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create_pull_request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CI 检查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merge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delete_branch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平台 GitHubChannel 自举创建 PR#1/#2 并合并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19/42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ACP 本地工具集成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本地构建/环境配置/命令执行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跨平台任务编排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沙箱边界必须同步收紧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20/42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软件工厂的可追溯矩阵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需求/代码变更/测试结果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 状态/Agent 执行 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审计四联单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21/42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软件工厂的效率与质量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交付周期:周级→天级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质量守门:CI+QA Agent 双闸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人工确认:高危变更前置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用数字讲故事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22/42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GitHubChannel 真实输出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32385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await ship_change("工单中心", note, branch, path)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branch created: agent/live-verify-20261003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commit 8ed8ffe8 pushed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PR #1 OPEN → MERGED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PR #2 OPEN → MERGED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分支→提交→PR→合并 全链路真实 GitHub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远端:gh pr list → 2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23/42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踩坑:全自动的幻觉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无人工把关直接合码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一次事故毁掉全部信任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铁律:合并权在人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24/42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踩坑:角色边界糊掉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 Agent 顺手改了需求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治理:权限+输出 Schema 双约束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越权是协作大敌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25/42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优化:人机协同节奏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高危节点必停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批量小任务攒批确认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确认疲劳也是风险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26/42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7-2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27/42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研究平台技术选型表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检索:Hybrid+Rerank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编排:Supervisor+Worker 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报告:模板引擎+引用组件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选型都要写 ADR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28/42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研究平台选型,环节,选择,理由;检索,Hybrid+RRF,术语+语义双保险;编排,Supervisor+Worker 池,并行搜集;报告,模板引擎+引用组件,结构稳定可审计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29/42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数据源的容错设计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单源失败不影响整体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超时与重试预算独立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源质量评分动态降权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外部依赖一律不可信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30/42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报告模板版本化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模板变更走评审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历史报告可复现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模板即代码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31/42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引用准确率门禁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上线门槛:引用准确率≥90%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不达标阻断发布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质量门禁的具体化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32/42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研究平台质量线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引用准确率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最低独立证据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效率提升实测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33/42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软件工厂的成本模型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每任务:Token+CI 时长+人工复核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与人力成本对比出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成本模型决定推广节奏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34/42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 检查项设计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产出 PR 的强制检查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测试覆盖/规范扫描/人工标签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把 Agent 当新同事管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35/42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PR 四道检查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测试覆盖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新增代码必须带测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规范扫描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lint+类型零错误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人工标签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agent-generated 明示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回滚预案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Flag 已配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36/42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测试生成策略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优先补边界与异常路径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生成后必须真实执行验证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生成的测试也要被测试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37/42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工厂与 DevOps 平台的边界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管决策,CI/CD 管执行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不重造已有设施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集成优于重写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38/42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案例风险清单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幻觉结论/越权操作/成本失控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每项配缓解措施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风险登记表进答辩材料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39/42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从案例到产品的差距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多租户/计费/SLA/合规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案例演示价值,产品交付价值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答辩时诚实定位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40/42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高阶案例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两个案例各自的核心机制?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证据链/可追溯为什么是红线?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全自动化的边界在哪里?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41/42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RW Router · src/agent_platform/shared/db_routing.py:26-56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第7章 · 42/42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7-2 · 高阶案例:深度研究与软件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