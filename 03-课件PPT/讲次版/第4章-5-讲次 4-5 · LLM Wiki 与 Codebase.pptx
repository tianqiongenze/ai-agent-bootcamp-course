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4-5 · LLM Wiki 与 Codebase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Wiki 的定义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 LLM 消费优化的知识库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RAG 的关系:RAG 的知识源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结构化+版本化+可溯源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前沿②:记忆与知识新范式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Agentic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记忆写入/检索/遗忘自治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向量库→混合库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向量+图+倒排一体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课程记忆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技能库即长期记忆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MemoryStore 三层已对齐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与传统知识库的差异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传统:给人看,重呈现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Wiki:给模型看,重可解析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明确断言代替模糊描述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写作视角从"读者"换成"检索器"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LLM Wiki vs 传统知识库,维度,传统知识库,LLM Wiki;读者,人类浏览,模型检索消费;写作,重呈现排版,重可解析断言;版本,页面级,条目级+时效;引用,页面链接,条目+行级溯源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知识分类体系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制度/产品/技术/调研/项目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每类不同更新频率与权限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分类即检索的过滤器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文档版本管理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知识更新留历史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引用可指定版本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避免用过期内容作答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来源追踪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保留:作者/时间/引用路径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回答可溯源到原始文档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审计与信任的基石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知识维护运营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定期清理:重复/过期/冲突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质量评分:完整性/可信度/时效性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低质知识下线流程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知识库是运营出来的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知识权限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不同用户/部门/Agent 可见范围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检索层强制过滤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Metadata Filter 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RAG 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代码库+文档双索引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AST/文件级分块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向量+BM25 混合检索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Rerank + 文件行号引用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双索引体系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AST 分块+符号元数据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文档索引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标题分块+来源追溯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联动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查询时双路并发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RAG 运行时能力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长文件摘要+工具结果压缩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项目级记忆注入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Context Debug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可恢复任务摘要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全部平台已实现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典型任务①:鉴权链路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问:该项目的鉴权链路是怎样的?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检索:auth 相关代码+文档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回答:调用链+文件行号引用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平台测试语料可复现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检索+引用输出实测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Q: 该项目的鉴权链路是怎样的?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检索: auth.py(3 命中) middleware.py(2)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回答: 入口 middleware 拦截 → auth.py 校验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引用: src/auth.py:42-58, middleware.py:11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文件+行号引用是交付标准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典型任务②:影响面分析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问:新增支付渠道要改哪些模块?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检索:支付相关代码+接口文档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回答:模块清单+改动建议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典型任务③:异常根因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问:这个异常的根因是什么?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检索:异常类+历史修复经验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回答:根因分析+代码证据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记忆与检索联合发力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异常问答实测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Q: 这个 TimeoutError 的根因是什么?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检索: 异常类(2)+历史修复(1)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回答: 第三方超时未设+重试缺失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引用: services/pay.py:88, wiki/fixes.md#12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记忆与检索联合发力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踩坑:索引滞后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代码改了索引没更新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检索结果误导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防护:提交钩子触发增量索引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增量索引钩子时序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开发者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git hook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索引器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向量库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commit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变更文件集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AST 增量重嵌入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58500" y="42672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1344276" y="42243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1430000" y="42672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1387138" y="43910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0858500" y="44767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0858500" y="44338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53750" y="40005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版本标记更新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333500" y="50863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45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秒级完成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踩坑:检索词与语料脱节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用户问"登录",语料写"认证"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向量部分缓解,术语仍失配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优化:同义词表+Query 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优化:索引的分层更新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高频变更:代码索引实时增量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低频变更:文档索引定时全量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成本与新鲜度平衡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优化:检索质量回归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条典型问题+期望命中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每次管线变更跑回归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指标进第5章 Eval 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25/31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检索回归四指标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召回率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该找到的找到没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命中率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top-k 含正确答案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引用准确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引用支持结论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幻觉率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无证据结论占比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26/31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CE:预算/压缩/Debug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WM:任务工作面板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Memory:三层+可信度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RAG:混合检索+引用红线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下一章:协作与质量护城河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27/31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Lab4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三个典型问题全带文件引用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压缩后 Token 下降可量化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项目记忆注入行为改善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混合检索命中双通道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Context Debug Report 可输出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28/31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RAG 前沿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Agentic RAG 与管线式 RAG 差异?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GraphRAG 适合哪类问题?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记忆如何防污染?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检索回归四指标如何组合?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29/31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Router · src/agent_platform/shared/db_routing.py:26-56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 Agent 的天花板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Multi-Agent 协作模式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Eval:用数据证明变好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M5:Multi-Agent&amp;Eval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从能干到可信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31/31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4-5 · LLM Wiki 与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