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3-1 · 从 Tool Agent 到 Agent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单轮 Tool Calling 的三堵墙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多步任务:一步给不出完整答案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错误恢复:工具失败就终结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上下文累积:每轮独立失忆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结论:复杂任务需要循环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ReAct:推理与行动交替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Reason:我要做什么、为什么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Act:调用工具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Observe:看结果再想下一步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循环直到任务完成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Loop 的思想源头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一轮时序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Decider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Reason(我要查鉴权)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Act(search_code)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结果入观察区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Observe 回灌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下一轮 Think 或 finalize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Plan-and-Execute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先出完整计划,再逐步执行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优点:全局视角,成本可控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缺点:计划跟不上变化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ReAct 的取舍看任务稳定性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五段循环标准形态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 → think/plan →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observe → finalize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平台:Action(call_tool/finish)表达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Decider=思考,Executor=行动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五段循环(平台 AgentLoop)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think 决策(Decider)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act 执行(Tool)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结果回灌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finalize 输出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53084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0800000">
            <a:off x="1048797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3878580" y="4095750"/>
            <a:ext cx="665226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6200000">
            <a:off x="387858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387858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>
            <a:off x="383571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78580" y="3848100"/>
            <a:ext cx="826008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Decider=LLM 防腐层:测试注入脚本,生产接 Gateway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循环终止条件设计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 动作:模型自己认为完成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max_iterations:硬上限防失控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死循环熔断:重复动作检测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外部取消:用户叫停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四个出口一个都不能少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任务九态状态机(真实实现)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planning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tool_failed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98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8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0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9375" y="156210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848226" y="15192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9687" y="1409700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9687" y="1409700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拿到目标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91375" y="156210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8150226" y="15192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51687" y="1409700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1687" y="1409700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计划就绪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89375" y="299085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4848226" y="29479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49687" y="2838450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9687" y="2838450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执行异常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非相邻转移:running → waiting_tool  waiting_tool → running  running → completed  running → failed  failed → running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死循环识别算法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 N 个完全相同的动作签名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平台:N=3 触发 LoopFailedError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签名=kind+tool+args 的规范序列化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实测:重复天气查询被熔断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Loop 护栏三数字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相同动作即熔断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默认 max_iterations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终止出口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任务中断与恢复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进程被杀:状态在 Checkpoint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续跑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历史观察完整带回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平台实测:中断恢复演示通过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应用:多步研究任务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搜资料 → 读报告 →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生成结论 → 引用核对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每步都是一次工具调用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Multi-Agent 会并行化它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研究任务五步流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搜资料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读报告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交叉验证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生成结论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引用核对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每步都是一次工具调用+观察回灌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应用:数据修复流水线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扫描异常数据 → 定位原因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生成修复 SQL → 审核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执行 → 校验 → 汇报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修复类任务是 Loop 主战场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踩坑:LLM 决策的抖动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同一状态两次决策不同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循环在两个动作间震荡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缓解:温度0+观察去重+熔断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踩坑:观察结果撑爆上下文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工具返回大 JSON 全量回灌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两轮就超窗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优化:观察压缩与摘要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 Context 工程系统解决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观察压缩实测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原始观察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压缩后保留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FitReport 实测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踩坑:假完成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模型提前 finish,任务没做完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缓解:完成定义进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审计:finish 前的步骤完整性检查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的成本预算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每轮记录 Token 消耗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预算耗尽强制收敛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收敛策略:总结现状输出半成品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成本失控常发生在循环里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优化:并发工具执行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无依赖动作并行发起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gather+超时隔离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延迟大幅下降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平台第5章 Supervisor 同款机制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优化:循环可视化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每轮:思考摘要+动作+观察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前端时间线回放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调试效率倍增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Trace 树是第6章的地基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orchestration/loop.py 全量实现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12 个测试覆盖四条终止路径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ScriptedDecider 让测试确定化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先测骨架,再接真模型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的失败模式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思考与行动脱节:想A做B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观察视而不见:重复失败动作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缓解:观察回灌强制引用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让"看结果"成为结构约束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五段循环的代码表达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Action 两个工厂方法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 返回下一个动作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主循环约 60 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复杂度在治理,不在骨架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28/35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应用:客服工单升级链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查工单 → 查知识库 → 命中?答复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 → 升级人工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全程状态机流转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29/35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应用:竞品监控日报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每日定时:抓取→比对→摘要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异常变化→追加分析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产物进邮件与看板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30/35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踩坑:观察回灌顺序错乱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并发工具结果乱序回灌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模型因果判断错乱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修复:结果携带调用序号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31/35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遥测指标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每任务:轮数/工具次数/Token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分布异常即告警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与成本账本联动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32/35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优化:断点续跑的幂等键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步骤签名做幂等键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恢复后跳过已完成步骤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配合工具幂等设计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33/35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主循环:四出口+死循环熔断 · src/agent_platform/orchestration/loop.py:150-196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707" y="762000"/>
            <a:ext cx="6850585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34/35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Agent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四个终止条件各自的适用场景?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死循环签名为什么用序列化比对?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假完成如何检测?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循环预算怎么定?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35/35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