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3.1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3-1 · 从 Tool Agent 到 Agent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Agent Loop、State Machine 与 Codebase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3-1 · 从 Tool Agent 到 Agent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3-2 · Planning 与任务拆解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3-3 · State Machine 与 Checkpoint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3-4 · Sandbox 与执行边界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3-5 · Harness、LangGraph 与 Codebase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Lab3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2/35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3-1 · 从 Tool Agent 到 Agent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单轮 Tool Calling 的三堵墙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多步任务:一步给不出完整答案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错误恢复:工具失败就终结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上下文累积:每轮独立失忆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结论:复杂任务需要循环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ReAct:推理与行动交替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Reason:我要做什么、为什么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Act:调用工具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Observe:看结果再想下一步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循环直到任务完成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Agent Loop 的思想源头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5/35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ReAct 一轮时序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Decider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Executor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观察区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Reason(我要查鉴权)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333500" y="26289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6200000">
            <a:off x="1333500" y="25860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907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2. Act(search_code)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344805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结果入观察区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Observe 回灌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下一轮 Think 或 finalize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6/35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Plan-and-Execute 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先出完整计划,再逐步执行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优点:全局视角,成本可控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缺点:计划跟不上变化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ReAct 的取舍看任务稳定性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五段循环标准形态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observe → think/plan → 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observe → finalize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平台:Action(call_tool/finish)表达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Decider=思考,Executor=行动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8/35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五段循环(平台 AgentLoop)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observe 观察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think 决策(Decider)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act 执行(Tool)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observe 结果回灌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finalize 输出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053084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/>
          <p:cNvSpPr/>
          <p:nvPr/>
        </p:nvSpPr>
        <p:spPr>
          <a:xfrm rot="10800000">
            <a:off x="10487978" y="4010026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H="1">
            <a:off x="3878580" y="4095750"/>
            <a:ext cx="6652260" cy="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 rot="16200000">
            <a:off x="3878580" y="40528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387858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>
            <a:off x="3835718" y="3867150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78580" y="3848100"/>
            <a:ext cx="826008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9E0B"/>
                </a:solidFill>
                <a:latin typeface="PingFang SC"/>
              </a:rPr>
              <a:t>循环(loop)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Decider=LLM 防腐层:测试注入脚本,生产接 Gateway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9/35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循环终止条件设计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finish 动作:模型自己认为完成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max_iterations:硬上限防失控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死循环熔断:重复动作检测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外部取消:用户叫停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四个出口一个都不能少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10/35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任务九态状态机(真实实现)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98625" y="128587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8625" y="128587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created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0625" y="128587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625" y="128587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planning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02625" y="128587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625" y="128587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running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8625" y="271462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8625" y="271462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waiting_tool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625" y="271462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625" y="271462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tool_failed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625" y="271462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625" y="271462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waiting_approval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98625" y="414337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98625" y="414337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completed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00625" y="414337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625" y="414337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failed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02625" y="4143375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625" y="4143375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cancelled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889375" y="1562100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4848226" y="15192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49687" y="1419225"/>
            <a:ext cx="11239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9687" y="1419225"/>
            <a:ext cx="11239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拿到目标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91375" y="1562100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8150226" y="15192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151687" y="1419225"/>
            <a:ext cx="11239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51687" y="1419225"/>
            <a:ext cx="11239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计划就绪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9398000" y="847725"/>
            <a:ext cx="0" cy="4191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2794000" y="847725"/>
            <a:ext cx="6604000" cy="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794000" y="847725"/>
            <a:ext cx="0" cy="1781175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794000" y="847725"/>
            <a:ext cx="0" cy="184785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4000" y="847725"/>
            <a:ext cx="6604000" cy="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398000" y="847725"/>
            <a:ext cx="0" cy="352425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889375" y="2990850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4848226" y="29479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49687" y="2847975"/>
            <a:ext cx="11239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49687" y="2847975"/>
            <a:ext cx="11239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执行异常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9398000" y="847725"/>
            <a:ext cx="0" cy="4191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794000" y="847725"/>
            <a:ext cx="6604000" cy="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794000" y="847725"/>
            <a:ext cx="0" cy="3209925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398000" y="847725"/>
            <a:ext cx="0" cy="4191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6096000" y="847725"/>
            <a:ext cx="3302000" cy="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096000" y="847725"/>
            <a:ext cx="0" cy="3209925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096000" y="847725"/>
            <a:ext cx="0" cy="32766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096000" y="847725"/>
            <a:ext cx="3302000" cy="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398000" y="847725"/>
            <a:ext cx="0" cy="352425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11/35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死循环识别算法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连续 N 个完全相同的动作签名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平台:N=3 触发 LoopFailedError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签名=kind+tool+args 的规范序列化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实测:重复天气查询被熔断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Loop 护栏三数字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相同动作即熔断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默认 max_iterations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终止出口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13/35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任务中断与恢复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进程被杀:状态在 Checkpoint 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重启后 resume_from 续跑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历史观察完整带回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平台实测:中断恢复演示通过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14/35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应用:多步研究任务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搜资料 → 读报告 → 交叉验证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生成结论 → 引用核对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每步都是一次工具调用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第5章 Multi-Agent 会并行化它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15/35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研究任务五步流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搜资料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读报告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交叉验证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生成结论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引用核对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每步都是一次工具调用+观察回灌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16/35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应用:数据修复流水线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扫描异常数据 → 定位原因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生成修复 SQL → 审核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执行 → 校验 → 汇报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修复类任务是 Loop 主战场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17/35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踩坑:LLM 决策的抖动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同一状态两次决策不同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循环在两个动作间震荡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缓解:温度0+观察去重+熔断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18/35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踩坑:观察结果撑爆上下文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工具返回大 JSON 全量回灌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两轮就超窗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优化:观察压缩与摘要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第4章 Context 工程系统解决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19/35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观察压缩实测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原始观察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压缩后保留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70%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降幅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FitReport 实测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20/35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踩坑:假完成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模型提前 finish,任务没做完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缓解:完成定义进 Prompt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审计:finish 前的步骤完整性检查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21/35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优化:Loop 的成本预算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每轮记录 Token 消耗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预算耗尽强制收敛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收敛策略:总结现状输出半成品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成本失控常发生在循环里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22/35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优化:并发工具执行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无依赖动作并行发起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gather+超时隔离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延迟大幅下降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平台第5章 Supervisor 同款机制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23/35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优化:循环可视化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每轮:思考摘要+动作+观察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前端时间线回放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调试效率倍增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Trace 树是第6章的地基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24/35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平台工程对照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orchestration/loop.py 全量实现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12 个测试覆盖四条终止路径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ScriptedDecider 让测试确定化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先测骨架,再接真模型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25/35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3-1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26/35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ReAct 的失败模式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思考与行动脱节:想A做B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观察视而不见:重复失败动作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缓解:观察回灌强制引用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让"看结果"成为结构约束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27/35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五段循环的代码表达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Action 两个工厂方法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Decider 返回下一个动作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run() 主循环约 60 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复杂度在治理,不在骨架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28/35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应用:客服工单升级链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查工单 → 查知识库 → 命中?答复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未命中 → 升级人工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全程状态机流转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29/35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应用:竞品监控日报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每日定时:抓取→比对→摘要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异常变化→追加分析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产物进邮件与看板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30/35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踩坑:观察回灌顺序错乱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并发工具结果乱序回灌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模型因果判断错乱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修复:结果携带调用序号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31/35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优化:Loop 遥测指标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每任务:轮数/工具次数/Token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分布异常即告警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与成本账本联动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32/35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优化:断点续跑的幂等键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步骤签名做幂等键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恢复后跳过已完成步骤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配合工具幂等设计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33/35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主循环:四出口+死循环熔断 · src/agent_platform/orchestration/loop.py:150-196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435" y="762000"/>
            <a:ext cx="7799128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34/35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Agent 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四个终止条件各自的适用场景?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死循环签名为什么用序列化比对?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假完成如何检测?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循环预算怎么定?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35/35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3-1 · 从 Tool 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