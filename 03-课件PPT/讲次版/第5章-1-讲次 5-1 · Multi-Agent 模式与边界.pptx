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5-1 · Multi-Agent 模式与边界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先问要不要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不是所有任务都需要团队作战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能做就别上多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每多一个 Agent 多一份成本与风险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复杂度是成本,不是勋章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 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目标明确、步骤较短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上下文集中,工具链简单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例:单文件修复/单问题问答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多数日常任务是单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单/多 Agent 决策卡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目标明确/步骤短/上下文集中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多视角/大规模/多源聚合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判据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一个窗口装得下吗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 Agent = 多倍 Token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Multi-Agent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多视角:代码审查/研究分析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大规模:安全扫描/性能诊断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报告生成:多源信息聚合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一个窗口装不下的任务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主控:拆解/调度/收集/决策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工人:只管自己的子任务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类比:技术经理与团队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SupervisorAgent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协作拓扑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主控 Agent:任务拆解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决策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拆解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1D3A"/>
                </a:solidFill>
                <a:latin typeface="PingFang SC"/>
              </a:rPr>
              <a:t>并行 Worker:Architecture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1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39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3075" y="3286124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3075" y="3286124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并行执行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支撑:结果聚合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冲突仲裁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证据保留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53075" y="4557711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3075" y="4557711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聚合仲裁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约束:超时隔离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预算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Planner/Executor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出计划,Executor 干活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适合长程任务解耦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计划修订回流 Planner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Planning 的多体化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冲突检测与仲裁:aspect 分组 · src/agent_platform/multi_agent/supervisor.py:96-118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计划-执行时序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Planner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完整计划清单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执行结果回传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偏差→修订计划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新步骤下发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全部完成汇总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Reviewer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独立审查 Agent 复核结果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降幻觉/降遗漏/降错误结论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成本:多一次调用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高危任务必配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审查回流时序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Reviewer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产出结果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833687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790825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547937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问题清单(证据)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85762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81476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857624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981450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406717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402431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590924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主控裁决(采纳或打回)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838699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打回则修正再审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并行与串行执行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独立子任务并行 gather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有依赖按拓扑串行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平台:asyncio.gather+超时隔离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延迟数量级改善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隔离机制三件套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上下文隔离:各自窗口,防互相污染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工具隔离:按需分配工具集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权限隔离:默认只读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防止一个 Agent 学坏带坏全场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三重隔离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各自窗口防污染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默认只读+预算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成本与超时控制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 Subagent 设:最大时长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最大调用次数与 Token 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超限熔断,不影响全局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min(task.timeout, supervisor.timeout)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冲突处理策略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结论不一致 → 主 Agent 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依据:证据数量/来源可信度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平局或高风险 →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平台按证据数仲裁可复现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仲裁三策略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证据数量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多者胜(平台默认)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来源可信度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高者优先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平局/高危必走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应用:可维护性分析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架构/测试/安全/性能四视角并行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合并去重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输出重构建议清单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主任务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应用:安全扫描流水线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扫描器工具+审查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误报复核角色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输出带证据的漏洞报告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踩坑:多 Agent 互相污染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共享可变全局状态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一个改错全场崩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治理:不可变传递+显式聚合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 spec 污染事故同源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踩坑:子任务范围失控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自行扩大任务边界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修复:goal 精确+allowed_tools 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超范围调用直接被权限拦截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优化:Worker 池复用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常驻 Worker 处理同类任务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池化监控与弹性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优化:分层预算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全局预算 → 子任务配额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超支自动收敛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防止单任务吃光团队预算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的仲裁实现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conflicts:Conflict(field_name=aspect)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裁决:max(证据数, worker 名)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arbitrated_verdict 进报告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单测覆盖冲突与平局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委托与仲裁时序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Supervisor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SubagentTask(aspect=verdict)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SubagentTask(aspect=verdict)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结论甲(evidence×1)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结论乙(evidence×3)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冲突检测→证据多数仲裁=结论乙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实装要点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六角色=六个 Worker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内部只做本视角分析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必须带文件/数据来源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的开发任务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Supervisor:并行+超时隔离+仲裁 · src/agent_platform/multi_agent/supervisor.py:84-110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Multi-Agent 模式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三个协作模式各自的适用条件?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隔离三件套防什么?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冲突仲裁为什么按证据数?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什么时候必须人工仲裁?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5-1 · Multi-Agent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