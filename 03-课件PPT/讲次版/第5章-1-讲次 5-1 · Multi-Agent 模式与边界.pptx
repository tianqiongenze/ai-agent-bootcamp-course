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5.1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5-1 · Multi-Agent 模式与边界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Multi-Agent、Skill 与 Agent 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5-1 · Multi-Agent 模式与边界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5-2 · Subagent 任务委托与聚合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5-3 · Skill 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5-4 · Agent Eval:核心护城河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5-5 · Trace Analysis 与平台集成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Lab5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2/32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5-1 · Multi-Agent 模式与边界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先问要不要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不是所有任务都需要团队作战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 Agent 能做就别上多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每多一个 Agent 多一份成本与风险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复杂度是成本,不是勋章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单 Agent 适用场景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目标明确、步骤较短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上下文集中,工具链简单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例:单文件修复/单问题问答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多数日常任务是单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单/多 Agent 决策卡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目标明确/步骤短/上下文集中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多视角/大规模/多源聚合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判据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一个窗口装得下吗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多 Agent = 多倍 Token|先问要不要,再问怎么做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6/32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Multi-Agent 适用场景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多视角:代码审查/研究分析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大规模:安全扫描/性能诊断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报告生成:多源信息聚合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一个窗口装不下的任务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Supervisor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主控:拆解/调度/收集/决策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工人:只管自己的子任务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类比:技术经理与团队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SupervisorAgent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Supervisor 协作拓扑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asyncio.gather 实现十万级并发原语同款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8350" y="952500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主控 Agent:任务拆解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68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150" y="952500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调度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86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486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1950" y="952500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决策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400" y="1976437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拆解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0500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38350" y="2224087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并行 Worker:Architecture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3385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3385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7200" y="2224087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70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627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6050" y="2224087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Security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155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155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24900" y="2224087"/>
            <a:ext cx="18478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Performance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8400" y="3248024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并行执行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38350" y="3495674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支撑:结果聚合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10150" y="3495674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冲突仲裁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81950" y="3495674"/>
            <a:ext cx="25908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证据保留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8400" y="4519611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聚合仲裁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9050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38350" y="4767261"/>
            <a:ext cx="4076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约束:超时隔离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627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6050" y="4767261"/>
            <a:ext cx="4076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Token 预算|asyncio.gather 实现十万级并发原语同款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9/32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Planner/Executor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Planner 出计划,Executor 干活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适合长程任务解耦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计划修订回流 Planner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第3章 Planning 的多体化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冲突检测与仲裁:aspect 分组 · src/agent_platform/multi_agent/supervisor.py:96-118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47534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计划-执行时序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Planner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Executor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观察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完整计划清单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333500" y="262890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6200000">
            <a:off x="1333500" y="25860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07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2. 执行结果回传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3500" y="34480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819276" y="34051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905000" y="34480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1862138" y="35718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1333500" y="36576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1333500" y="36147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31813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偏差→修订计划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33500" y="42672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0102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07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新步骤下发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0863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075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全部完成汇总|计划是文档不是契约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12/32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Reviewer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独立审查 Agent 复核结果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降幻觉/降遗漏/降错误结论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成本:多一次调用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高危任务必配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审查回流时序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Executor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Reviewer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主控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产出结果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333500" y="2833687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6200000">
            <a:off x="1333500" y="2790825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0750" y="2547937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2. 问题清单(证据)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3500" y="3857624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819276" y="3814762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905000" y="3857624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1862138" y="3981450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1333500" y="4067174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1333500" y="4024312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3590924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主控裁决(采纳或打回)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33500" y="4881561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010276" y="4838699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0750" y="4595811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打回则修正再审|多一次调用=少一轮线上事故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14/32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并行与串行执行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独立子任务并行 gather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有依赖按拓扑串行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平台:asyncio.gather+超时隔离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延迟数量级改善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15/32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隔离机制三件套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上下文隔离:各自窗口,防互相污染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工具隔离:按需分配工具集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权限隔离:默认只读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防止一个 Agent 学坏带坏全场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16/32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三重隔离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各自窗口防污染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白名单分配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权限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默认只读+预算|一个学坏不带坏全场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17/32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成本与超时控制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 Subagent 设:最大时长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最大调用次数与 Token 预算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超限熔断,不影响全局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min(task.timeout, supervisor.timeout)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18/32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冲突处理策略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结论不一致 → 主 Agent 仲裁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依据:证据数量/来源可信度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平局或高风险 → 人工确认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平台按证据数仲裁可复现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19/32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仲裁三策略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证据数量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多者胜(平台默认)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来源可信度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高者优先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人工确认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平局/高危必走|仲裁结果+理由均留痕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20/32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应用:可维护性分析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架构/测试/安全/性能四视角并行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Report Agent 合并去重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输出重构建议清单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Lab5 主任务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21/32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应用:安全扫描流水线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扫描器工具+审查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误报复核角色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输出带证据的漏洞报告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22/32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踩坑:多 Agent 互相污染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共享可变全局状态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一个改错全场崩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治理:不可变传递+显式聚合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第2章 spec 污染事故同源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23/32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踩坑:子任务范围失控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子 Agent 自行扩大任务边界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修复:goal 精确+allowed_tools 收紧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超范围调用直接被权限拦截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24/32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优化:Worker 池复用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常驻 Worker 处理同类任务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减少冷启动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池化监控与弹性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25/32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优化:分层预算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全局预算 → 子任务配额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超支自动收敛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防止单任务吃光团队预算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26/32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5-1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Supervisor 的仲裁实现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conflicts:Conflict(field_name=aspect)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裁决:max(证据数, worker 名)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arbitrated_verdict 进报告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单测覆盖冲突与平局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28/32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委托与仲裁时序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Supervisor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Worker 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Worker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SubagentTask(aspect=verdict)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33500" y="262890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SubagentTask(aspect=verdict)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3335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13335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07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结论甲(evidence×1)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33500" y="42672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结论乙(evidence×3)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33500" y="50863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819276" y="50434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905000" y="50863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1862138" y="52101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295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253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28750" y="48196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冲突检测→证据多数仲裁=结论乙|同 aspect 分歧才算冲突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29/32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Worker 实装要点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六角色=六个 Worker 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run() 内部只做本视角分析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evidence 必须带文件/数据来源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Lab5 的开发任务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30/32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Supervisor:并行+超时隔离+仲裁 · src/agent_platform/multi_agent/supervisor.py:84-110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85" y="762000"/>
            <a:ext cx="10786028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Multi-Agent 模式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三个协作模式各自的适用条件?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隔离三件套防什么?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冲突仲裁为什么按证据数?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什么时候必须人工仲裁?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32/32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5-1 · Multi-Agent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