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3-2 · Planning 与任务拆解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Agent Loop、State Machine 与 Codebase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Lab3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2/27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并非所有任务都要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两步内能完成的别上计划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Planner 本身消耗 Token 与延迟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判断标准:步骤数与不确定性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过度规划是常见反模式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Planning 三级策略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动态计划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执行中重估,成本高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一次性计划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目标明确步骤稳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无 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两步内直接做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两种计划模式对比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一次性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开始出全清单,稳任务省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动态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每步重估,探索型适应强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共同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修订留痕+偏差处理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取舍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确定性 vs 灵活性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6/27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一次性计划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开始时产出完整步骤清单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适合:目标明确、步骤稳定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例:数据导出报表类任务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失败处理:整单重试或终止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7/27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动态计划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执行中信息不断变化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每步后重估下一步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适合:探索型/诊断型任务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代价:Token 成本更高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8/27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执行发现计划错误 → 修订计划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触发:工具结果与预期偏离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修订要留痕:为什么改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计划是文档,不是契约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AgentLoop 初始化:resume 语义 · src/agent_platform/orchestration/loop.py:104-126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339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动态计划循环-&gt;生成计划-&gt;执行一步-&gt;校验偏差-&gt;偏离?-&gt;是:修订计划-&gt;继续-&gt;完成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loop=2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修订留痕:为什么改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11/27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子目标拆解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大目标 → 里程碑 → 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每个子目标可独立验证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依赖关系显式声明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拆解质量决定执行质量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拆解三层结构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业务北极星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里程碑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可独立验证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步骤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原子动作+依赖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步骤依赖建模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串行:前步输出是后步输入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并行:独立步骤同时发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DAG 表达,拓扑执行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Supervisor 的调度依据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14/27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何时用固定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 100% 确定:审批流/ETL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合规要求每步可审计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高频高频次:Workflow 更省钱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能用 Workflow 就别上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15/27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Workflow vs Agent Loop,维度,Workflow,Agent Loop;路径,预定义固定,运行时决定;成本,低且可预测,Token 消耗高;可审计,每步天然,需 Trace;适用,稳定流程,探索任务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何时用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步骤依赖中间结果决定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存在分支与异常路径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任务多样性高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灵活性换成本,想清楚再上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17/27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计划与执行偏差处理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工具失败:重试/换路/降级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测试不过:回到计划修订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上下文变化:触发重规划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偏差处理逻辑要显式写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18/27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偏差处理四策略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重试/换路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测试不过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回计划修订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重规划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终止重启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19/27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应用:发版排障 SOP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SOP:看监控→查日志→定位→修复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化:每步映射工具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分支:常见故障直接命中知识库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 SOP 到 Loop 的标准转换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20/27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踩坑:计划幻觉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模型编造不存在的步骤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步骤引用不存在的工具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防护:计划阶段就做工具存在性校验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21/27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踩坑:计划过细变脆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十步精确计划一步错全错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修复:里程碑粒度计划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执行层自由度交给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22/27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优化:计划缓存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相同任务类型复用计划骨架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参数化差异部分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命中后跳过规划阶段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成本与延迟双降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23/27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优化:分级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简单任务:无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中等:一次性计划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复杂:动态+修订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路由成本,别用大炮打蚊子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24/27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优化:计划的可视化评审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计划先给用户确认再执行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高危任务默认人工过目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确认记录进审计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Human-in-the-loop 的第一站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25/27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26/27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判断是否需要 Planner 的两个标准?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Plan Revision 的触发时机?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计划过细为什么反而脆弱?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计划缓存的前提是什么?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27/27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3-2 · Planning 与任务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