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6.3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6-3 · 可观测性与监控告警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工程化、生产部署与可观测性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Lab6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2/33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可观测三支柱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日志:离散事件明细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Trace:调用链全景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指标:聚合趋势与告警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系统一个都不能少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请求全链路时序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WAF 边缘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Provider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请求(带 JWT)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限流+注入检查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1750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路由调用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683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7683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SSE 流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4540250"/>
            <a:ext cx="6350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45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打字机+usage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83500" y="5222875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169276" y="51800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255000" y="5222875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8212138" y="5346701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7683500" y="5432425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6200000">
            <a:off x="7683500" y="538956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8750" y="4956175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metrics 上报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5/33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模型调用日志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记:模型/版本/Prompt 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输入输出 Token/Cost/Latency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状态与错误原因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成本治理与回归分析的数据源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六族 Prometheus 指标定义 · src/agent_platform/observability/metrics.py:20-42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33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工具调用日志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记:工具/版本/参数(脱敏)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权限判定结果/耗时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返回摘要/失败原因/重试次数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审计与排障双用途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Trace:十段全景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请求→规划→Context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→检索→工具选择→工具执行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→模型调用→子Agent调用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→人工确认→策略拦截→输出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Span 树全覆盖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 的查询面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run_id/用户/状态过滤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GraphQL 聚合查询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失败任务一键下钻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BFF 的典型消费场景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_SpanCtx:context manager · src/agent_platform/governance/trace.py:56-72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167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GraphQL Trace 查询实测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query { runs(state: "failed", tenant: "acme") {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  id goal spans { name ok durationMs 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}}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→ 返回失败任务的 span 树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下钻: 最慢 span 一目了然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BFF 按需取字段,避免 N+1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Replay 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保存:输入/上下文/工具结果/状态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复现:同输入重执行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验证修复:行为是否改变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支撑回归测试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ReplayStore 已实现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业务指标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任务成功率/自动化完成率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人工接管率/满意度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平均任务处理时长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北极星:任务成功率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四北极星指标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任务成功率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SLO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人工接管率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成本节省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缓存+路由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满意度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15/33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Token 消耗/成本趋势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平均延迟/P95/P99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调用失败率/fallback 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容量与成本的风向标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16/33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CostLedger 分摊实测(元)</a:t>
            </a:r>
          </a:p>
        </p:txBody>
      </p:sp>
      <p:pic>
        <p:nvPicPr>
          <p:cNvPr id="5" name="Picture 4" descr="chart_3268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强弱分层:杂任务走 fast 省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17/33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工具调用准确率/失败率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检索命中率/引用准确率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 中断次数/恢复成功率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子 Agent 成功率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健康度的体检单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18/33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监控指标四族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成功率/接管率/满意度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延迟P95/成本/fallback率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工具准确率/恢复率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拦截率/高危次数/SQL拦截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19/33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安全指标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高危工具调用次数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越权拦截率/危险 SQL 拦截率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敏感字段访问次数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人工确认触发率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异常升高=立即排查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20/33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风控栈端到端实测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3524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POST /v1/chat/completions(注入文本)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400  injection blocked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POST + x-idempotency-key: replay-1(第2次)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HTTP 429  replay detected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$ 14 连发请求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F87171"/>
                </a:solidFill>
                <a:latin typeface="Menlo"/>
              </a:rPr>
              <a:t>8×200 → 6×429 rate limited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GET /metrics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platform_security_blocks_total{type="injection"}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21/33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告警七类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模型失败率升高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工具失败率升高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成本异常/延迟异常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权限异常/SQL 拦截异常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人工接管率异常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每条告警必配处置动作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22/33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Runbook:告警处置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现象→检查命令→处置步骤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例:模型失败率高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→查 router.attempts→确认 fallback→切备用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runbook.md 全文可查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应用:成功率下跌排查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大盘成功率 95%→80%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下钻:某类任务暴跌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Trace:某工具超时飙升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处置:该工具热下线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标准排查路径演示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24/33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踩坑:日志里存了明文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事故:调试日志泄露密钥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治理:脱敏中间件统一处理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扫描:CI 检测日志语句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25/33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踩坑:指标高基数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 user_id 打标签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时序库爆炸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规则:标签基数可控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26/33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优化:Trace 采样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全量太贵,按比例采样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失败任务 100% 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采样策略可动态调整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27/33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优化:SLO 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任务成功率 SLO 99%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错误预算:剩余可犯错额度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预算耗尽冻结变更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SRE 方法论平移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28/33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29/33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平台指标埋点位置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Gateway:调用量/延迟/Token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Runtime:工具成功失败耗时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Loop:轮数/熔断/恢复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三处埋点覆盖全景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30/33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Prometheus 接线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/metrics 暴露+scrape 注解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指标有数据才算接线完成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OSW 铁律三步验证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31/33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值班响应分级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P1:成功率崩→立即响应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P2:成本/延迟异常→当日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P3:趋势劣化→周会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32/33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可观测性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三支柱各自解决什么问题?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Trace 十段里哪三段最常出问题?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告警为什么要配处置动作?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高基数问题怎么防?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33/33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6-3 · 可观测性与监控告警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