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4.4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4-4 · 现代 RAG 全链路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Context Engineering、Memory 与 Codebase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4-1 · Context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4-2 · Working Memory 与任务上下文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4-3 · Memory 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4-4 · 现代 RAG 全链路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4-5 · LLM Wiki 与 Codebase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Lab4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2/38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4-4 · 现代 RAG 全链路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的本质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检索增强生成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让模型"开卷考试"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质量取决于:找得到+排得对+引得准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4/38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全管线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ingest:解析(PDF/MD/代码)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68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768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AST 分块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952500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486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952500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Embedding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入库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存储:Milvus 向量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BM25 索引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元数据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查询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05000" y="3495674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495674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检索:Hybrid 双通道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2700" y="3495674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627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5100" y="3495674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RRF 融合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溯源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后处理:Rerank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51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Citation 引用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5/38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文档解析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PDF/Markdown/HTML/表格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结构化文档保结构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清洗:去噪/去重/修正编码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元数据:来源/作者/时间/权限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6/38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Chunking:固定与段落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固定长度:简单,边界粗暴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按段落:自然边界,长度不均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重叠 Overlap:边界信息保双份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通用文档从段落起步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7/38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分块策略六法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固定长度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简单边界粗暴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按段落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自然边界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按标题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结构文档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语义分块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主题切分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代码 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函数/类边界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重叠 Overlap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边界保双份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8/38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Chunking:标题与语义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按标题层级:结构文档友好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语义分块:按主题切,效果最好成本高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Chunk Metadata:继承文档元数据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元数据是过滤与引用的根基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9/38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Chunking:代码 AST 分块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按函数/类切,边界天然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保留签名与层级关系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引用可到 文件:行号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Codebase RAG 的正确姿势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10/38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Embedding 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维度/语言支持/召回质量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领域适配:代码 vs 通用文本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一致性:索引与查询必须同模型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换模型=全量重建索引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11/38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BM25:IDF 打分实现 · src/agent_platform/context_memory/rag.py:60-84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73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12/38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向量数据库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FAISS:轻量本地,教学友好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Milvus:分布式生产主流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Chroma:轻量嵌入式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Compose 已备 Milvus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13/38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BM25 与 Elasticsearch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词频-逆文档频率经典算法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代码/术语类查询强项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ES:生产级全文检索生态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向量不是万能,别丢关键词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14/38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Hybrid Search 混合检索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向量:语义相似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BM25:精确术语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融合:RRF 倒数排名融合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HybridRetriever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15/38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Hybrid+RRF 融合流程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用户查询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BM25 关键词通道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向量语义通道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RRF 倒数融合 1/(60+rank)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top-k 证据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via 字段标注命中通道:bm25/vector/both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16/38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Metadata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先按元数据过滤再检索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权限/时间/文档类型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多租户检索的必备能力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17/38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Query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口语化问题 → 检索友好表达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补全省略的主语与上下文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同义扩展提高召回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18/38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查询改写流水线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口语问题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补全省略成分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规范检索表达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同义扩展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双通道检索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改写质量直接决定召回上限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19/38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Query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复合问题拆成子问题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分别检索分别回答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汇总时保留子问题结构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20/38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查询澄清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模糊问题先反问用户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避免答非所问浪费检索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对话式检索的必要环节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21/38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澄清对话时序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用户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澄清器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模糊提问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492375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歧义判定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333500" y="317500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1333500" y="31321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反问澄清项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33500" y="3857625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010276" y="38147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075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用户补充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6000" y="45402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772776" y="44973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5325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5. 重写查询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333500" y="5222875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1333500" y="518001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9371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6. 检索回答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22/38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检索后处理:Rerank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Cross-Encoder 精排:准但慢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 Rerank:可解释,成本高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候选 top50 → 精排 top5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粗排召回,精排保质量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23/38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查询时序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用户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225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225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Query Rewrite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475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Hybrid 检索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2475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475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Rerank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7725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LLM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33500" y="1809750"/>
            <a:ext cx="238125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362902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125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口语问题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14750" y="2628900"/>
            <a:ext cx="238125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0102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1375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检索友好表达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6000" y="3448050"/>
            <a:ext cx="238125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8391526" y="34051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2625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top50 候选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77250" y="4267200"/>
            <a:ext cx="238125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3875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精排 top5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33500" y="5086350"/>
            <a:ext cx="952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回答+文件行号引用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24/38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检索后处理:压缩与筛选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命中段落太长 → 只留相关句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多源冲突 → 标注并择优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证据筛选决定答案质量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25/38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Citation:引用是红线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回答必须带来源引用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文件:行号 / 文档:章节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无证据的结论 = 幻觉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RAG 引用走 source 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26/38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Hybrid 检索实测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retriever.search("鉴权 登录 auth", k=2)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ScoredChunk(id='auth-1', score=0.031, via='both')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ScoredChunk(id='auth-2', score=0.019, via='bm25')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via=both:双通道同时命中,排序第一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引用输出:auth.py + 行号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27/38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答案与证据一致性校验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反向检查:结论能从证据推出吗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LLM-as-Judge 辅助一致性评分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不一致 → 重答或拒绝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28/38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证据校验流(反幻觉)-&gt;抽取结论-&gt;定位支撑证据-&gt;蕴含判断(可推出?)-&gt;一致:放行/不一致:重答或拒答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note=无证据的结论一律拦截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29/38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RAG 评估四指标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召回率:该找到的找到了吗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命中率:top-k 里有正确答案吗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答案正确率:最终答对了吗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幻觉率:无证据结论占比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纳入第5章 Eval 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30/38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四类负载缓存命中率实测(%)</a:t>
            </a:r>
          </a:p>
        </p:txBody>
      </p:sp>
      <p:pic>
        <p:nvPicPr>
          <p:cNvPr id="5" name="Picture 4" descr="chart_827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命中率上限=稳态重复占比:键归一化&gt;扩容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31/38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4-4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32/38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混合检索的工程实现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第4章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两通道并行打分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RRF:1/(K+rank) 融合,K=60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via 字段标注命中通道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HybridRetriever 单测可查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33/38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SemanticCache:精确+语义双段 · src/agent_platform/shared/semantic_cache.py:44-88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07" y="762000"/>
            <a:ext cx="6850585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34/38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前沿①:RAG 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Agentic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检索器作为工具被 Loop 调度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GraphRAG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知识图谱+社区摘要(全局问题)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Contextual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块级上下文预生成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长上下文≠免检索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成本仍 10x+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35/38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语义缓存命中:仅精确 vs +语义层(%)</a:t>
            </a:r>
          </a:p>
        </p:txBody>
      </p:sp>
      <p:pic>
        <p:nvPicPr>
          <p:cNvPr id="5" name="Picture 4" descr="chart_705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914400"/>
            <a:ext cx="933450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428750" y="5867400"/>
            <a:ext cx="9334500" cy="609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" y="5867400"/>
            <a:ext cx="89535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💡 +32.3% 绝对提升:τ=0.92 相似度+键归一化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36/38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RRF 双通道融合 · src/agent_platform/context_memory/rag.py:106-125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22139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37/38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代码语料为什么必须 AST 分块?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Hybrid 为什么优于单一向量?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Rerank 在管线的哪个位置?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四个评估指标怎么组合看?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第4章 · 38/38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4-4 · 现代 RAG 全链路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