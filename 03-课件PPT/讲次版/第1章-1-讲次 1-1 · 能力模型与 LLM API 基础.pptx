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1-1 · 能力模型与 LLM API 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LLM API、Prompt 与结构化输出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Lab1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2/44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本章学习地图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目标:解决【如何稳定调用模型】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四讲:API基础 → Streaming → Prompt → 结构化+Gateway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产出:平台入口层 LLM Gateway(M1 里程碑)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对应工程:src/agent_platform/gateway/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学完即可在简历写"统一模型调用服务"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平台六大演进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LLM Gateway 双协议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51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812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812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764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64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Tool Runtime+MCP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58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719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719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671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1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Agent Loop+状态机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865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626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626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578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M4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78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Context+RAG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772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533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533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485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M5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Multi-Agent+Eval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M6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生产化+风控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5/44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平台总架构:一图看懂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客户端:CLI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Web 控制台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移动端(规划)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请求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接入层:GraphQL BFF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SSE 流式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风控栈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编排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05000" y="3495674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3495674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3495674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业务层:Gateway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33850" y="3495674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33850" y="3495674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86250" y="3495674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Tool Runtime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62700" y="3495674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62700" y="3495674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15100" y="3495674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Agent Loop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91550" y="3495674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91550" y="3495674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43950" y="3495674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Context·RAG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05000" y="4045742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05000" y="4045742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4045742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MultiAgent·Eval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33850" y="4045742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33850" y="4045742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86250" y="4045742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57825" y="4557711"/>
            <a:ext cx="1276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7825" y="4557711"/>
            <a:ext cx="1276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读写/事件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90500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4767261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基础设施:PG 主从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3385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3385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86250" y="4767261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Redis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6270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15100" y="4767261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Pulsar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59155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59155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43950" y="4767261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Milvus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6/44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你的后端经验值多少钱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服务开发:LLM 服务同样是 HTTP 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数据库与缓存:成本治理的直接迁移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异步任务/权限认证/日志监控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限流、重试、熔断:本章全部复用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转型不是清零,是能力平移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转型能力平移图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API 服务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LLM 服务同为 HTTP 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限流重试熔断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直接复用风控栈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数据库缓存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成本治理迁移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权限认证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RBAC+JWT 同源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日志监控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Trace·Metrics 延伸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异步任务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Loop 载体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8/44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需要补齐的 Agent 新能力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模型调用与参数语义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与结构化输出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工具协议(Function Calling/MCP)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上下文管理、Agent 状态机、Eval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前两项本章拿下,后三项后续章节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Chat Completions API 请求结构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POST /v1/chat/completions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必填:model + messages 数组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可选:temperature/top_p/max_tokens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Compatible 已成事实标准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DeepSeek/vLLM/TGI 全部兼容此协议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一次完整的 LLM 调用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Gateway(风控)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Provider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POST /v1/chat/completions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586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6289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7527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28384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27955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3622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注入→重放→限流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4480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路由 primary→fast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0960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60960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SSE 帧流+末帧 usage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打字机输出 [DONE]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11/44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消息角色:四种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system:全局指令,模型岗位说明书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user:用户输入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assistant:模型历史回复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tool:工具执行结果(第2章登场)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角色错放是最常见调用错误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四种消息角色卡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全局指令/岗位书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用户输入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模型历史回复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工具结果回灌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13/44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响应结构:三层拆解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choices[0].message.content:正文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usage:prompt/completion_tokens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finish_reason:stop/length/tool_calls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length=被 max_tokens 截断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监控必须同时看 usage 与 finish_reason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响应字段速查,字段,含义,监控点;choices[0].message.content,正文,body 为空告警;usage.prompt/completion,输入输出 token,成本核算;finish_reason,stop/length/tool_calls,length=截断告警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15/44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temperature:采样温度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概念:缩放 logits 分布平坦度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越高越随机,越低越确定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应用:抽取/分类任务用 0~0.3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创作类任务 0.7~1.0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16/44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前沿③:推理模型范式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 系/DeepSeek-R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显式思维链,推理时算力换质量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编码基准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SWE-bench 从 4%→70%+ 三年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采样策略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推理模型建议 temperature=1(官方指南)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训练后 RL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行为可被 RL 强化(SWE-agent)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17/44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temperature 踩坑与优化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坑:评测任务开了高温,指标抖动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坑:temperature 与 top_p 同时大改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优化:生产默认 0,按任务分级覆盖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优化:参数进配置中心,可灰度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固定温度是可复现性的第一步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18/44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top_p 与 max_tokens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top_p:核采样,截断累计概率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经验:只调其一,别同时大改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max_tokens:输出上限,防失控成本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 太小 → 内容被腰斩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19/44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Token:计费与延迟的单位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 token ≈ 0.75 个英文单词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中文约 1 字 ≈ 0.6~1 token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计费 = 输入+输出 token 之和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延迟与输出 token 数近似线性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做成本预算,先学会估 token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20/44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真实联调实测(APIS-glm-5.3)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17.0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complete 全程延迟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单次调用总量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流式输出用量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SSE 分块数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21/44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Window:模型的作业本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输入+输出共享同一个窗口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超窗直接报错或静默截断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长窗口 ≠ 免费注意力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有效注意力随长度衰减(lost in the middle)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22/44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多模型调用的现实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不同厂商 API 字段有差异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价格/能力/上下文长度分层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策略:强模型难任务,弱模型杂任务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统一封装 = 供应商可替换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网关层的价值从这里开始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23/44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双协议多供应商网关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统一入口:GraphQL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952500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SSE REST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路由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路由:ModelRouter 链式 fallback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协议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协议适配:OpenAI Compatible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Anthropic Messages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Mock(CI)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留痕:Cost Ledger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Trace Span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24/44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错误类型全景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429 限流:请求太猛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401/403 鉴权:Key 失效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408/超时:推理太慢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5xx:服务端故障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400:参数错误(schema 不合法)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25/44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四类典型故障处置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429 限流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令牌桶拦截→退避重试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401 鉴权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Key 失效→轮转密钥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5xx 服务端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fallback 次模型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400 参数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Schema 校验→反喂纠错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26/44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重试策略:指数退避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只重试可重试错误(429/5xx/超时)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退避:1s → 2s → 4s + 随机抖动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上限 3 次,总时长别超外层预算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400 参数错重试无意义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非幂等操作禁止盲目重试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27/44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错误处理决策链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239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39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请求发起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03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00300" y="2667000"/>
            <a:ext cx="12192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670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70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65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失败分类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336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2383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433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43350" y="2667000"/>
            <a:ext cx="12192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100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95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可重试?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766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37814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0" y="2667000"/>
            <a:ext cx="12192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26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指数退避重试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197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53244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294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9450" y="2667000"/>
            <a:ext cx="12192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961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61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56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3 次仍失败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627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68675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72500" y="2667000"/>
            <a:ext cx="12192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0392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92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87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fallback 次模型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3058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84105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1155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155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5822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22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17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AllProvidersFailed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8488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99536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7251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10800000">
            <a:off x="1068228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6096000" y="4095750"/>
            <a:ext cx="462915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16200000">
            <a:off x="609600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609600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/>
          <p:cNvSpPr/>
          <p:nvPr/>
        </p:nvSpPr>
        <p:spPr>
          <a:xfrm>
            <a:off x="605313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6000" y="3848100"/>
            <a:ext cx="584835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实测:主模型故障自动 fallback,attempts=2 留痕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28/44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超时预算分级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本地计算:100ms 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同机房 RPC:1s 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推理:30~90s 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每层独立预算,并跨层传播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下游没预算了就别再发请求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29/44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平台工程对照:gateway 域模型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ChatMessage/ChatRequest/ChatResponse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Usage.total_tokens 派生不变量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Pydantic 校验挡住脏数据入口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代码:src/agent_platform/gateway/domain.py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30/44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MockProvider:确定性的价值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prompt 关键词回放预设脚本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零外部依赖、断言可重复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call_count 可断言调用次数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LLM 输出不可复现会毁掉 TDD 节奏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31/44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32/44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鉴权与请求头实践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Authorization: Bearer &lt;api_key&gt;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Key 走环境变量/密钥服务,不入库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网关层统一注入,业务侧零 Key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OPENAI_API_KEY 只在 .env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33/44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认证头与风控头实测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-H "Authorization: Bearer sk-***" ...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Authorization: Bearer sk-*****(掩码)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x-idempotency-key: req-20261003-001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x-tenant-id: acme(开发态)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生产:JWT 强制(SEC_JWT_REQUIRED=1)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Key 只在 .env 与请求头,永不落库/日志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34/44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流式与非流式的成本差异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计费相同,体验与失败代价不同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非流式超时=整单作废重计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流式取消只计已生成部分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长输出任务默认流式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35/44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模型选择矩阵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维度:能力/价格/上下文/延迟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难任务(推理/代码)→ 强模型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杂任务(分类/抽取)→ 小模型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矩阵进配置,随价格变化调整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36/44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强弱模型选型,维度,强模型,小模型;任务,推理/代码/长链,分类/抽取/改写;成本,高(约5x),低;延迟,10~25s,1~3s;占比,难任务 20%,杂任务 80%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37/44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多模型路由设计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链式:primary → fast →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失败原因决定是否换链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全程留痕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ModelRouter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38/44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供应商抽象接口设计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LLMProvider 协议两个方法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complete:一次性返回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stream_events:增量+末帧用量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新增供应商=新增一个实现类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39/44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双协议适配时序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OpenAI 协议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Anthropic 协议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统一请求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POST /chat/completions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08500" y="317500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595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POST /v1/messages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4508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4508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choices+usage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595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content_blocks+usage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统一 ChatResponse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40/44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应用:客服问答参数基线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 0.3:稳定带一点语气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 512:控制话术长度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system:角色+禁答清单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基线进配置中心,按业务覆盖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41/44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踩坑:Key 泄露事故复盘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事故:示例代码把 Key 提交进仓库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影响:被扫描机器人抓取盗刷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处置:立即轮转+历史清除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预防:pre-commit 扫描 sk- 模式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42/44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域模型不变量:TDD 守护 · src/agent_platform/gateway/domain.py:24-58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143" y="762000"/>
            <a:ext cx="9301713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43/44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LLM API 基础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finish_reason=length 说明什么?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哪些错误值得重试,哪些不值得?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 temperature=0 是评测基线?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你的项目里哪个参数最该进配置中心?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44/44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