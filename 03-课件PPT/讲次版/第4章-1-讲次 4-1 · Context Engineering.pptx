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4-1 · Context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 Prompt Engineering 的分界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PE:写好一段指令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CE:管好整个上下文窗口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 是系统设计,PE 是文案设计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两者都要,层次不同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上下文的三重约束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长度:窗口物理上限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成本:Token 计费线性增长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注意力:长内容中间被忽略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三个约束一起做预算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ContextWindow.fit:装箱算法 · src/agent_platform/context_memory/context.py:22-46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窗口三约束量化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128k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窗口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物理上限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96k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预算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实际可用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降幅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压缩实测(20→6条)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Packing:进还是不进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必进:目标/关键约束/活跃任务状态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按需:检索结果/工具输出摘要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不进:全量日志/历史原始数据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留外部状态,窗口只放工作集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装配分层(预算 96k 示例)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819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system: 2k 全局指令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8288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18954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48325" y="1809750"/>
            <a:ext cx="895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8325" y="1809750"/>
            <a:ext cx="895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优先级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19812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7526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0193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019300"/>
            <a:ext cx="47625" cy="819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0193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记忆: 4k 项目级+长期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8956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9622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8765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8765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装箱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0480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28194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0861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086100"/>
            <a:ext cx="47625" cy="819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0861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检索: 16k 证据片段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9624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0290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39433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39433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压缩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1148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38862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1529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152900"/>
            <a:ext cx="47625" cy="819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1529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历史: 32k 对话与观察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50292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50958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47850" y="51816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62150" y="49530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PingFang SC"/>
              </a:rPr>
              <a:t>L5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00" y="52197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5000" y="5219700"/>
            <a:ext cx="47625" cy="819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5219700"/>
            <a:ext cx="8496300" cy="8191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输出预留: 8k 生成空间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同窗内也要分优先级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关键信息放开头结尾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低优先级可压缩/外置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注意力优先级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头尾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system+最新观察(高保留)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中段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历史与长引用(压缩区)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外部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原始数据(不进窗)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为每类内容分配 Token 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system/记忆/检索/历史 各占多少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超配额触发压缩或淘汰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ContextWindow.fit 即装箱器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压缩策略:长文件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截断:保头保尾,丢中段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摘要:LLM 生成摘要替换原文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分段索引:需要哪段取哪段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代码相关优先 AST 结构化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压缩策略:工具结果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 JSON 只留关键字段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列表结果保留分页游标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失败结果保留错误详情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观察回灌前的标准动作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压缩策略:历史对话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保留最近 N 轮原文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更早轮次折叠为摘要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决策性内容显式保留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compress_history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上下文污染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无关内容稀释关键信息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错误信息引发连锁幻觉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防护:定期清理+来源标注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污染的窗口=中毒的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 预算实操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例:窗口 128k,实际预算 96k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2k / 记忆 4k / 检索 16k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 32k / 输出预留 8k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余量应对突发与超估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96k 预算分配(k)</a:t>
            </a:r>
          </a:p>
        </p:txBody>
      </p:sp>
      <p:pic>
        <p:nvPicPr>
          <p:cNvPr id="5" name="Picture 4" descr="chart_666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余量 34k 占 35%:抗突发与超估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KV Cache 对成本的影响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前缀相同可复用缓存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稳定 → 前缀命中率高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动态内容放后段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理解机制即可,不必深入实现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成本与延迟的控制组合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缓存:语义缓存减少重复调用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并发:独立任务并行发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限流:保护配额与下游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模型路由:大小模型分层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四个旋钮联合调优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Debug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记录:装了什么/丢了什么/为什么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每次压缩留决策日志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排查"模型没看到"的利器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FitReport 是它的雏形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Retrieval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从文档/代码/历史中找相关信息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检索质量决定上下文质量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详见 4-4 RAG 全链路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LiteLLM 演示路由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多供应商统一网关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fallback/日志/成本追踪开箱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与自研 Gateway 思路一致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教学对照,理解取舍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应用:代码审查的上下文装配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只装 diff+相关调用链+规范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不装整个仓库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审查质量与成本兼得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应用:长文档问答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先检索定位章节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只装命中段落±邻段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引用带章节定位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踩坑:一刀切截断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按字符数硬截,切在代码中间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修复:结构感知切分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函数/段落是天然边界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踩坑:摘要失真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摘要丢掉了关键约束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后续步骤全错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修复:摘要后附原文关键行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重要事实不进摘要,进记忆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优化:窗口命中率看板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各类内容占比趋势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压缩率与任务成功率相关性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数据驱动调配额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28/33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L1 容量 vs L1 命中数(30键池/6000次)</a:t>
            </a:r>
          </a:p>
        </p:txBody>
      </p:sp>
      <p:pic>
        <p:nvPicPr>
          <p:cNvPr id="5" name="Picture 4" descr="chart_8503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l1=64 已到顶:容量过小→L2 兜底多一跳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29/33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缓存优化关键数字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混合命中率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四负载等权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+32.3%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语义层提升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绝对值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L1 容量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即可 100% L1 命中(30键池)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30/33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31/33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历史压缩:保头尾折中段 · src/agent_platform/context_memory/context.py:10-19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8000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32/33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Context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三重约束分别限制什么?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哪些内容永远不进窗口?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摘要为什么会失真,怎么补?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FitReport 记录了什么?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33/33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4-1 · Context Engi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