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工程化、生产部署与可观测性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可部署·可监控·可灰度·可回滚 · 里程碑 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6-1 · 模型服务与推理部署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6-2 · 性能与成本优化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6-3 · 可观测性与监控告警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6-4 · 版本灰度回滚与平台封装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Lab6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2/134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6-1 · 模型服务与推理部署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部署形态决策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云 API:快起步,数据出域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私有化:数据可控,成本自担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混合:敏感在内网,通用走云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决策变量:能力/敏感/成本/延迟/合规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4/134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读写分离路由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写路径:write_session(主库)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27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952500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Outbox 同事务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48325" y="2014537"/>
            <a:ext cx="895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8325" y="2014537"/>
            <a:ext cx="895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写主库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50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2224087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读路径:从库(报表/Trace)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27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100" y="2224087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锚定期回主库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锚定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50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495674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一致性:读己之写 TTL 5s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27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5100" y="3495674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从库追平≤30s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48325" y="4557711"/>
            <a:ext cx="895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48325" y="4557711"/>
            <a:ext cx="895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回从库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治理:路由计数留痕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5/134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生产部署拓扑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边缘:Nginx WAF(限流/拦截/444)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27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952500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CDN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防护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50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2224087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接入:API×N(无状态多副本)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27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100" y="2224087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JWT/租户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路由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数据:PG 主从(读写分离)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Redis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Pulsar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553075" y="4557711"/>
            <a:ext cx="1085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53075" y="4557711"/>
            <a:ext cx="1085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读写分离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检索:Milvus(向量+BM25)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6/134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云 API 的适用边界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非敏感数据/快速验证/突发弹性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风险:供应商锁定/限流/价格变动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缓解:OpenAI Compatible 抽象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Provider 层就是为换供应商而生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7/134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三形态决策,维度,云 API,私有化,混合;起步速度,小时级,周级,折中;数据敏感,出域,完全可控,敏感在内;成本模型,按量,固定 TCO,组合;合规压力,低,高,中高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8/134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私有化的真实成本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GPU 采购或租用成本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运维:vLLM 升级/故障处理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收益:数据不出域/延迟可控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算清 TCO 再决策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9/134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vLLM:为什么是主流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PagedAttention:显存碎片治理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Continuous Batching:吞吐数倍提升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兼容接口开箱即用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换到 vLLM,平台代码零改动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10/134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前沿①:推理服务演进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vLLM v1 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零开销前缀缓存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PD 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Prefill/Decode 独立扩缩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国产推理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GLM/DeepSeek 官方端点 OpenAI 兼容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tokens/s/卡 为采购指标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11/134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vLLM 三件套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PagedAttention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显存分页管理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Continuous 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随到随插队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OpenAI 兼容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换引擎零改码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12/134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PagedAttention 直觉理解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显存当"页"管理,类似 OS 虚拟内存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消除 KV Cache 预留浪费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同卡并发数大幅提升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理解机制即可,不必读源码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13/134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Continuous Batching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传统批:凑满一批才跑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连续批:请求随到随插队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效果:GPU 利用率持续高位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14/134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TGI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HuggingFace 出品,部署简单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流式/批处理/监控齐备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生态绑定 HF 模型库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中小规模私有化常用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15/134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Triton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NVIDIA 多后端推理服务器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多模型共置 GPU 资源编排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动态批处理+性能监控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异构模型混部的企业选择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16/134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推理服务的关键指标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吞吐:tokens/s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延迟:TTFT 与 TPOT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并发:同时处理请求数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显存利用率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容量规划按这四项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17/134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前沿③:推理与安全评估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安全评估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LLM 红队基准(Owlut/AgentHarm 类)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VLA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视觉-语言-动作模型(具身 Agent)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PD 分离已量产(vLLM v1)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等保 2.0 对 AI 日志的新要求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18/134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网关限流保护推理服务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队列+优先级:关键业务插队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超时与队头阻塞治理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限流熔断在第6-2节展开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19/134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应用:金融私有化方案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合同分析模型全内网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vLLM 双副本+负载均衡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审计日志全留痕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行业合规驱动架构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20/134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应用:混合路由案例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内网:合同/代码等敏感任务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云端:通用问答/翻译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路由按数据分类标签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一套 Gateway 两类后端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21/134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混合路由拓扑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入口:统一 Gateway+分类器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内网通道:合同/代码模型(vLLM)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路由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云通道:通用问答(便宜模型)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策略:数据分级标签驱动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22/134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踩坑:显存 OOM 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max_batch_size 拍太大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高峰期 OOM 重启循环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治理:压测定容量+水位告警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23/134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OOM 处置实录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现象: 高峰期 CrashLoop 反复重启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根因: max_batch_size 拍脑袋过大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处置: 压测定容量+水位告警 80%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预防: 长上下文隔离到专用实例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24/134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踩坑:长上下文拖垮服务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少数 128k 请求占满卡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修复:长文单独路由专用实例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大请求隔离是通则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25/134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优化:模型分级部署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强模型:重任务,实例少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小模型:高频任务,实例多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路由按任务难度分发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成本立降 50%+ 的常规操作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26/134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优化:多模型混部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大小模型同机 Triton 编排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显存错峰复用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监控按模型分维度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27/134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优化:推理服务压测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 P99 延迟下找最大吞吐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逐步加压找拐点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拐点决定容量规划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Lab6 演示压测脚本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28/134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29/134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自建 vs 云的混合成本模型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自建:固定成本+利用率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云:按量计费+弹性溢价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临界点:日均 Token 量估算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给学员一张决策画布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30/134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模型服务的高可用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双副本+健康检查+自动摘除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跨可用区部署防机房故障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RTO/RPO 目标先定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31/134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网关到推理的全链路超时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客户端→网关→推理服务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每跳预算从总预算扣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TBP 铁律的推理落地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32/134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推理部署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三种部署形态的决策变量?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PagedAttention 解决什么问题?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长上下文请求怎么隔离?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容量规划看哪四个指标?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33/134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Span · src/agent_platform/governance/trace.py:18-52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96" y="762000"/>
            <a:ext cx="8816406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34/134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6-2 · 性能与成本优化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02 / 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成本治理的全景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缓存:少调用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路由:调便宜的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预算:别调失控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监控:知道钱去哪了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四个手段组合使用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36/134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缓存体系总览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Cache:前缀复用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Semantic Cache:语义命中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Embedding Cache:向量复算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 Cache / Tool Result Cache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平台规划为四级缓存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37/134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四级缓存体系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L3 语义缓存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向量相似 τ=0.92(42.2%)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L2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跨进程共享(TTL 分级)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L1 进程内 LRU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纳秒级(容量按热点)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38/134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相同前缀命中推理侧缓存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 稳定是前提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动态内容放后段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零改造成本,先开它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39/134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前缀命中时序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推理服务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请求(system 稳定)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前缀 hash 查缓存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命中→跳过重算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未命中→算后写入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响应(标注 hit)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40/134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Semantic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相似问题向量匹配直接回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阈值:0.92+ 高置信才命中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失效:知识更新时全清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命中率 30% = 三成成本蒸发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41/134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语义缓存三数字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0.92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相似阈值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42.2%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命中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+32.3%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对比仅精确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42/134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Embedding 与 RAG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文档向量一次计算多次使用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检索结果短期缓存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增量更新防陈旧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43/134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 Result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幂等读工具结果缓存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TTL 按数据新鲜度定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写工具永不缓存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第2章工具缓存的平台化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44/134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缓存失效策略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TTL:时间维度的兜底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主动失效:数据变更事件触发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版本失效:模型/Prompt 升级清空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宁可 miss,不可 stale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45/134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批处理与并发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Embedding 批量:一次打包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批量 Rerank/批量摘要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 Batch:评测夜间跑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批是吞吐的杠杆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46/134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并发队列设计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任务优先级:高优插队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排队等待上限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超时出队降级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队列深度是体验指标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47/134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模型路由:强弱分层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难任务强模型,杂任务小模型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路由依据:任务分类+历史成本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小模型优先,大模型兜底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ModelRouter 的链即此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48/134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Fallback 链设计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primary → fast →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失败原因驱动换链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attempts 全留痕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降级路径必须有测试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49/134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fallback 链状态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8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PRIMARY_FAIL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FAST_FAIL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8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8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LOCAL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DRAIN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9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848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68700" y="2124075"/>
            <a:ext cx="1685925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8700" y="2124075"/>
            <a:ext cx="1685925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主模型 429/5x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1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150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80237" y="2124075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0237" y="2124075"/>
            <a:ext cx="14668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fast 也失败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9375" y="370522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8482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97250" y="3552825"/>
            <a:ext cx="2028825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7250" y="3552825"/>
            <a:ext cx="2028825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全部熔断→人工兜底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6229350"/>
            <a:ext cx="9906000" cy="38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5400" y="6229350"/>
            <a:ext cx="96012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PingFang SC"/>
              </a:rPr>
              <a:t>非相邻转移:FAST_FAIL →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50/134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Token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任务级:单任务 Token 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用户级/租户级日预算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超限降级或告警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防失控的最后一道闸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51/134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缓存优先策略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请求先查语义缓存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命中直接回,零推理成本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未命中回源+写缓存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顺序错了就白搭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52/134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人工兜底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全链路失败转人工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兜底也是产品功能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兜底率是健康指标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53/134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限流与熔断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令牌桶:保护自身配额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熔断:下游故障快速失败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半开:探活恢复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第6章之前的 RWT 铁律落地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54/134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读写分离在平台中的落位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写:主库(任务/审计/状态)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读:从库(报表/Trace 查询)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读己之写:回主库强读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Compose 已配主从流复制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55/134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写读一致性时序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业务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主库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从库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597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45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write_session 写主库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26289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锚定期读(TTL 5s)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34480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TTL 过→回从库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83500" y="42672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7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流复制追平≤30s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33500" y="508635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0772776" y="50434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5. 报表/Trace 走从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56/134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成本分摊与报表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按模型/工具/团队/任务分摊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CostLedger:元/千 Token 计价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未定价模型显式暴露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成本可见才能优化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57/134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应用:客服机器人成本优化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意图分类用小模型(省 60%)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高频问题语义缓存(省 35%)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综合成本降 70%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真实案例的典型收益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58/134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踩坑:缓存击穿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热点键同时过期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瞬时大量回源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修复:互斥回源+逻辑过期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59/134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踩坑:小模型幻觉放大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该用强模型的任务强行降级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错误率上升,返工更贵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规则:质量红线任务不降级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60/134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优化:成本异常告警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小时级成本环比阈值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定位:模型/工具/团队维度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CostLedger 报表即数据源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61/134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优化:夜间批处理窗口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摘要/索引/评测挪到低峰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错峰降低限流冲突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调度器+优先级队列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62/134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63/134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语义缓存的评测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上线前:历史流量回放估命中率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错误命中抽样审计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命中率与错误率一起看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64/134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多级缓存一致性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写后失效顺序:先 L1 后远端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版本号贯穿各级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不一致的缓存比没有更危险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65/134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成本优化的度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优化不能伤质量红线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每项优化过回归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省钱的底线是质量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66/134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风控栈:注入→重放→限流 · src/agent_platform/security/guard.py:118-125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24093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67/134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性能与成本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四级缓存各自缓存什么?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语义缓存的命中阈值怎么定?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Token Budget 分几级?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为什么写工具不能缓存?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68/134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6-3 · 可观测性与监控告警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03 / 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可观测三支柱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日志:离散事件明细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Trace:调用链全景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指标:聚合趋势与告警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Agent 系统一个都不能少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70/134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请求全链路时序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WAF 边缘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Provider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请求(带 JWT)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限流+注入检查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1750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1321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路由调用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683500" y="385762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7683500" y="381476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70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SSE 流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333500" y="4540250"/>
            <a:ext cx="6350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1333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45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打字机+usage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83500" y="5222875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8169276" y="518001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255000" y="5222875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8212138" y="5346701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7683500" y="5432425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6200000">
            <a:off x="7683500" y="538956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8750" y="4956175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metrics 上报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71/134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模型调用日志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记:模型/版本/Prompt 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输入输出 Token/Cost/Latency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状态与错误原因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成本治理与回归分析的数据源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72/134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六族 Prometheus 指标定义 · src/agent_platform/observability/metrics.py:20-42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339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73/134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工具调用日志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记:工具/版本/参数(脱敏)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权限判定结果/耗时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返回摘要/失败原因/重试次数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审计与排障双用途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74/134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Trace:十段全景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请求→规划→Context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→检索→工具选择→工具执行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→模型调用→子Agent调用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→人工确认→策略拦截→输出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Span 树全覆盖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75/134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Trace 的查询面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run_id/用户/状态过滤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GraphQL 聚合查询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失败任务一键下钻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BFF 的典型消费场景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76/134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_SpanCtx:context manager · src/agent_platform/governance/trace.py:56-72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167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77/134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GraphQL Trace 查询实测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query { runs(state: "failed", tenant: "acme") {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  id goal spans { name ok durationMs 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}}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→ 返回失败任务的 span 树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下钻: 最慢 span 一目了然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BFF 按需取字段,避免 N+1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78/134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Replay 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保存:输入/上下文/工具结果/状态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复现:同输入重执行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验证修复:行为是否改变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支撑回归测试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ReplayStore 已实现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79/134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任务成功率/自动化完成率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人工接管率/满意度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平均任务处理时长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北极星:任务成功率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80/134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四北极星指标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任务成功率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SLO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人工接管率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成本节省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缓存+路由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满意度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81/134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Token 消耗/成本趋势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平均延迟/P95/P99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调用失败率/fallback 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容量与成本的风向标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82/134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CostLedger 分摊实测(元)</a:t>
            </a:r>
          </a:p>
        </p:txBody>
      </p:sp>
      <p:pic>
        <p:nvPicPr>
          <p:cNvPr id="5" name="Picture 4" descr="chart_273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强弱分层:杂任务走 fast 省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83/134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工具调用准确率/失败率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检索命中率/引用准确率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 中断次数/恢复成功率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子 Agent 成功率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Agent 健康度的体检单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84/134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监控指标四族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成功率/接管率/满意度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延迟P95/成本/fallback率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工具准确率/恢复率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拦截率/高危次数/SQL拦截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85/134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安全指标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高危工具调用次数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越权拦截率/危险 SQL 拦截率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敏感字段访问次数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人工确认触发率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异常升高=立即排查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86/134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风控栈端到端实测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3524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POST /v1/chat/completions(注入文本)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400  injection blocked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POST + x-idempotency-key: replay-1(第2次)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429  replay detected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$ 14 连发请求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8×200 → 6×429 rate limited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GET /metrics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platform_security_blocks_total{type="injection"}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87/134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告警七类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模型失败率升高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工具失败率升高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成本异常/延迟异常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权限异常/SQL 拦截异常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人工接管率异常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每条告警必配处置动作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88/134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Runbook:告警处置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现象→检查命令→处置步骤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例:模型失败率高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→查 router.attempts→确认 fallback→切备用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runbook.md 全文可查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89/134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应用:成功率下跌排查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大盘成功率 95%→80%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下钻:某类任务暴跌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Trace:某工具超时飙升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处置:该工具热下线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标准排查路径演示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90/134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踩坑:日志里存了明文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事故:调试日志泄露密钥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治理:脱敏中间件统一处理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扫描:CI 检测日志语句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91/134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踩坑:指标高基数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user_id 打标签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时序库爆炸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规则:标签基数可控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92/134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优化:Trace 采样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全量太贵,按比例采样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失败任务 100% 保留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采样策略可动态调整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93/134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优化:SLO 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任务成功率 SLO 99%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错误预算:剩余可犯错额度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预算耗尽冻结变更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SRE 方法论平移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94/134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95/134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平台指标埋点位置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Gateway:调用量/延迟/Token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Runtime:工具成功失败耗时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Loop:轮数/熔断/恢复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三处埋点覆盖全景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96/134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Prometheus 接线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/metrics 暴露+scrape 注解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指标有数据才算接线完成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OSW 铁律三步验证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97/134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值班响应分级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P1:成功率崩→立即响应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P2:成本/延迟异常→当日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P3:趋势劣化→周会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98/134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可观测性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三支柱各自解决什么问题?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Trace 十段里哪三段最常出问题?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告警为什么要配处置动作?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高基数问题怎么防?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99/134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6-4 · 版本灰度回滚与平台封装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04 / 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六类版本对象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模型/Prompt/工具/Skill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 策略/知识库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Workflow/Agent 本身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一切皆版本,一切可回滚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101/134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版本化对象清单,对象,版本内容,回滚方式;模型,厂商/参数/fallback 链,Flag 切换;Prompt,模板+评测报告,Flag 切换;工具,Schema/权限/逻辑,registry 版本;Skill,步骤/质量标准,版本递增;RAG 策略,分块/模型/Rerank,配置回退;知识库,快照+变更日志,快照恢复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102/134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模型与 Prompt 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记录:效果差异/适用场景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回滚点:评测通过的旧版本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Prompt 版本绑定评测报告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103/134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工具与 Skill 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Schema/权限/逻辑变更都算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平台:Skill 版本强制递增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灰度:新旧并存按流量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104/134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策略与知识库版本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切块/Embedding/检索参数/Rerank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知识库快照+变更日志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评测:切换前后引用准确率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105/134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Feature Flag:一切切换的开关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控制:Prompt/模型/策略/Planner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平台:FeatureFlags 已实现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Flag 代码比功能代码先上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106/134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灰度发布维度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按用户/部门/租户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按任务类型/风险等级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A/B Test+指标观察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平台:一致性哈希百分比灰度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107/134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JwtCodec:HS256 签发与校验 · src/agent_platform/security/auth.py:36-70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69" y="762000"/>
            <a:ext cx="85922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108/134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灰度发布流水线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变更+评测通过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审批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10% 流量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指标观察 24h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50%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100%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596562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10800000">
            <a:off x="10553700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6996112" y="4095750"/>
            <a:ext cx="360045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16200000">
            <a:off x="6996112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6996112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>
            <a:off x="6953250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6112" y="3848100"/>
            <a:ext cx="5076825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任一指标异常→FeatureFlag 一键回滚(秒级)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109/134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灰度的工程要求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同一用户判定恒定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比例可精确控制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平台实测:50% 灰度千用户命中 40%~60%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逐用户结果不漂移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110/134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回滚策略清单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Prompt/模型:Flag 秒级回退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工具:registry 版本切回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知识库:快照恢复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服务:镜像回退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回滚演练进 Lab6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111/134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回滚手段时效,对象,手段,时效;Prompt/模型,FeatureFlag 关闭,秒级;工具版本,registry 切回,分钟级;服务,镜像回退,分钟级;知识库,快照恢复,小时级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112/134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Server 生产化清单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部署/鉴权/网络隔离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工具白名单/日志审计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内网接入/密钥管理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多租户隔离/API Key 不入库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配置中心/敏感字段脱敏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数据权限过滤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七件事一张清单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113/134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前沿②:安全与身份生产化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OWASP LLM Top10 落地清单(注入/越权/供应链)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 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 Agent 独立凭证+最小权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等保 2.0 三级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审计留存/边界防护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WAF 模板+哈希链+JWT/M2M 可扩展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114/134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平台化封装三级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SDK:Gateway/Context/ToolCall/AgentRun/EvalRunner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服务化:模型/上下文/工具/工作流/评测/日志服务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治理:鉴权/限流/审计/版本/成本分摊/质量门禁/上线审批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从"项目"到"平台"的进化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115/134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生产化封装与 MCP 治理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Gateway/Context/ToolCall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服务化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模型/工具/评测独立扩缩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鉴权/限流/审计/成本分摊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质量门禁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评测达标才发布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密钥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不入库/env 注入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租户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JWT 声明+数据隔离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116/134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部署形态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本地:Compose 一键全家桶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企业内网:模型/业务/知识库全内网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混合:敏感内网+通用云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Compose 即教学拓扑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117/134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安全与合规清单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 Key 不入库,走环境/密钥服务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日志脱敏(PII)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知识库/向量库/业务数据租户隔离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合规是架构约束,不是补丁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118/134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质量门禁与上线审批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CI:测试+覆盖率+评测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评测达标→审批→灰度→全量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变更流水线四道闸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119/134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变更流水线四道闸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测试+覆盖率+lint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5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50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0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Golden 全量回归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3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9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95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灰度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10%→50%→100%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24h 指标窗口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120/134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应用:Prompt 上线全流程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改动→评测(improved 12)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Flag 10% 灰度→观察 24h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指标达标→100%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异常→一键回滚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Lab6 实战内容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121/134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上线五步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改动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PR+变更说明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Golden 全量回归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灰度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Flag 10% 观察 24h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放量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50%→100%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回滚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指标异常一键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122/134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踩坑:Flag 清理不及时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上线半年的临时开关还在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组合爆炸无法测试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治理:Flag 生命周期管理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123/134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踩坑:灰度看错指标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只看成功率,没看人工接管率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灰度全量后接管率翻倍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规则:核心指标族一起看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124/134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优化:发布日历与协同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变更错峰:避免模型+Prompt 同发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发布窗口+值班表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多团队协同的基本功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125/134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优化:配置中心化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模型路由/阈值/开关全进配置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变更审计+热生效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.env 起步,生产进配置中心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126/134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127/134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灰度指标的观察窗口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最短观察时长怎么定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样本量估算:够统计显著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拍脑袋全量是事故之源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128/134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演练:全链路上线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评测→审批→10%→50%→100%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中途注入故障→回滚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Lab6 压轴演练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129/134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一致性哈希灰度:同用户恒定 · src/agent_platform/governance/flags.py:14-31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3581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130/134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版本与灰度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六类版本对象各举一例?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一致性哈希灰度保证什么?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回滚优先用什么手段?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Flag 的生命周期怎么管?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131/134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部署:三形态+推理服务选型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成本:四级缓存+路由+预算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观测:三支柱+四族指标+Runbook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治理:六版本+灰度+门禁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下一章:综合实战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132/134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Lab6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Flag 灰度+回滚演练通过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Trace 复现失败并 Replay 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成本报表按模型/工具分摊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Runbook 一条告警一条处置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Compose 全家桶健康检查通过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133/134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DeerFlow 九条架构线解析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深度研究平台/软件工厂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产品化方法论+Capstone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从课程到作品集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134/134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